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6" r:id="rId4"/>
    <p:sldMasterId id="2147483677"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y="5143500" cx="9144000"/>
  <p:notesSz cx="6858000" cy="9144000"/>
  <p:embeddedFontLst>
    <p:embeddedFont>
      <p:font typeface="Montserrat SemiBold"/>
      <p:regular r:id="rId25"/>
      <p:bold r:id="rId26"/>
      <p:italic r:id="rId27"/>
      <p:boldItalic r:id="rId28"/>
    </p:embeddedFont>
    <p:embeddedFont>
      <p:font typeface="Roboto"/>
      <p:regular r:id="rId29"/>
      <p:bold r:id="rId30"/>
      <p:italic r:id="rId31"/>
      <p:boldItalic r:id="rId32"/>
    </p:embeddedFont>
    <p:embeddedFont>
      <p:font typeface="Montserrat"/>
      <p:regular r:id="rId33"/>
      <p:bold r:id="rId34"/>
      <p:italic r:id="rId35"/>
      <p:boldItalic r:id="rId36"/>
    </p:embeddedFont>
    <p:embeddedFont>
      <p:font typeface="Frank Ruhl Libre"/>
      <p:regular r:id="rId37"/>
      <p:bold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MontserratSemiBold-bold.fntdata"/><Relationship Id="rId25" Type="http://schemas.openxmlformats.org/officeDocument/2006/relationships/font" Target="fonts/MontserratSemiBold-regular.fntdata"/><Relationship Id="rId28" Type="http://schemas.openxmlformats.org/officeDocument/2006/relationships/font" Target="fonts/MontserratSemiBold-boldItalic.fntdata"/><Relationship Id="rId27" Type="http://schemas.openxmlformats.org/officeDocument/2006/relationships/font" Target="fonts/MontserratSemiBold-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Roboto-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Roboto-italic.fntdata"/><Relationship Id="rId30" Type="http://schemas.openxmlformats.org/officeDocument/2006/relationships/font" Target="fonts/Roboto-bold.fntdata"/><Relationship Id="rId11" Type="http://schemas.openxmlformats.org/officeDocument/2006/relationships/slide" Target="slides/slide5.xml"/><Relationship Id="rId33" Type="http://schemas.openxmlformats.org/officeDocument/2006/relationships/font" Target="fonts/Montserrat-regular.fntdata"/><Relationship Id="rId10" Type="http://schemas.openxmlformats.org/officeDocument/2006/relationships/slide" Target="slides/slide4.xml"/><Relationship Id="rId32" Type="http://schemas.openxmlformats.org/officeDocument/2006/relationships/font" Target="fonts/Roboto-boldItalic.fntdata"/><Relationship Id="rId13" Type="http://schemas.openxmlformats.org/officeDocument/2006/relationships/slide" Target="slides/slide7.xml"/><Relationship Id="rId35" Type="http://schemas.openxmlformats.org/officeDocument/2006/relationships/font" Target="fonts/Montserrat-italic.fntdata"/><Relationship Id="rId12" Type="http://schemas.openxmlformats.org/officeDocument/2006/relationships/slide" Target="slides/slide6.xml"/><Relationship Id="rId34" Type="http://schemas.openxmlformats.org/officeDocument/2006/relationships/font" Target="fonts/Montserrat-bold.fntdata"/><Relationship Id="rId15" Type="http://schemas.openxmlformats.org/officeDocument/2006/relationships/slide" Target="slides/slide9.xml"/><Relationship Id="rId37" Type="http://schemas.openxmlformats.org/officeDocument/2006/relationships/font" Target="fonts/FrankRuhlLibre-regular.fntdata"/><Relationship Id="rId14" Type="http://schemas.openxmlformats.org/officeDocument/2006/relationships/slide" Target="slides/slide8.xml"/><Relationship Id="rId36" Type="http://schemas.openxmlformats.org/officeDocument/2006/relationships/font" Target="fonts/Montserrat-boldItalic.fntdata"/><Relationship Id="rId17" Type="http://schemas.openxmlformats.org/officeDocument/2006/relationships/slide" Target="slides/slide11.xml"/><Relationship Id="rId16" Type="http://schemas.openxmlformats.org/officeDocument/2006/relationships/slide" Target="slides/slide10.xml"/><Relationship Id="rId38" Type="http://schemas.openxmlformats.org/officeDocument/2006/relationships/font" Target="fonts/FrankRuhlLibre-bold.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90c7ea3ab9_0_5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90c7ea3ab9_0_5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90c7ea3ab9_0_7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90c7ea3ab9_0_7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They are designed to </a:t>
            </a:r>
            <a:r>
              <a:rPr b="1" lang="en">
                <a:solidFill>
                  <a:schemeClr val="dk1"/>
                </a:solidFill>
              </a:rPr>
              <a:t>store value during market stress</a:t>
            </a:r>
            <a:r>
              <a:rPr lang="en">
                <a:solidFill>
                  <a:schemeClr val="dk1"/>
                </a:solidFill>
              </a:rPr>
              <a:t> and remain stable even when risky assets lose value.</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90c7ea3ab9_0_7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90c7ea3ab9_0_7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90c7ea3ab9_0_7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90c7ea3ab9_0_7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90c7ea3ab9_0_7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90c7ea3ab9_0_7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℧² = the "true" formula of ambiguity (ideal world)</a:t>
            </a:r>
            <a:endParaRPr/>
          </a:p>
          <a:p>
            <a:pPr indent="-304800" lvl="0" marL="457200" rtl="0" algn="l">
              <a:spcBef>
                <a:spcPts val="0"/>
              </a:spcBef>
              <a:spcAft>
                <a:spcPts val="0"/>
              </a:spcAft>
              <a:buClr>
                <a:srgbClr val="001D35"/>
              </a:buClr>
              <a:buSzPts val="1200"/>
              <a:buFont typeface="Roboto"/>
              <a:buChar char="-"/>
            </a:pPr>
            <a:r>
              <a:rPr lang="en" sz="1200">
                <a:solidFill>
                  <a:srgbClr val="001D35"/>
                </a:solidFill>
                <a:highlight>
                  <a:srgbClr val="FFFFFF"/>
                </a:highlight>
                <a:latin typeface="Roboto"/>
                <a:ea typeface="Roboto"/>
                <a:cs typeface="Roboto"/>
                <a:sym typeface="Roboto"/>
              </a:rPr>
              <a:t>inverted ohm sign = mho</a:t>
            </a:r>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A measure of </a:t>
            </a:r>
            <a:r>
              <a:rPr b="1" lang="en">
                <a:solidFill>
                  <a:schemeClr val="dk1"/>
                </a:solidFill>
              </a:rPr>
              <a:t>ambiguity about the distribution itself</a:t>
            </a:r>
            <a:endParaRPr b="1">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Not volatilit</a:t>
            </a:r>
            <a:r>
              <a:rPr lang="en">
                <a:solidFill>
                  <a:schemeClr val="dk1"/>
                </a:solidFill>
              </a:rPr>
              <a:t>y, </a:t>
            </a:r>
            <a:r>
              <a:rPr lang="en">
                <a:solidFill>
                  <a:schemeClr val="dk1"/>
                </a:solidFill>
              </a:rPr>
              <a:t>Not risk</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Purely measures the </a:t>
            </a:r>
            <a:r>
              <a:rPr b="1" lang="en">
                <a:solidFill>
                  <a:schemeClr val="dk1"/>
                </a:solidFill>
              </a:rPr>
              <a:t>uncertainty about probabilities</a:t>
            </a:r>
            <a:r>
              <a:rPr lang="en">
                <a:solidFill>
                  <a:schemeClr val="dk1"/>
                </a:solidFill>
              </a:rPr>
              <a:t>, not the uncertainty of returns</a:t>
            </a:r>
            <a:endParaRPr/>
          </a:p>
          <a:p>
            <a:pPr indent="0" lvl="0" marL="0" rtl="0" algn="l">
              <a:spcBef>
                <a:spcPts val="1200"/>
              </a:spcBef>
              <a:spcAft>
                <a:spcPts val="0"/>
              </a:spcAft>
              <a:buNone/>
            </a:pPr>
            <a:r>
              <a:rPr lang="en"/>
              <a:t>h(x) - random variable </a:t>
            </a:r>
            <a:endParaRPr/>
          </a:p>
          <a:p>
            <a:pPr indent="0" lvl="0" marL="0" rtl="0" algn="l">
              <a:spcBef>
                <a:spcPts val="0"/>
              </a:spcBef>
              <a:spcAft>
                <a:spcPts val="0"/>
              </a:spcAft>
              <a:buNone/>
            </a:pPr>
            <a:r>
              <a:rPr lang="en"/>
              <a:t>O</a:t>
            </a:r>
            <a:r>
              <a:rPr lang="en"/>
              <a:t>mega h(x) = </a:t>
            </a:r>
            <a:r>
              <a:rPr i="1" lang="en">
                <a:solidFill>
                  <a:schemeClr val="dk1"/>
                </a:solidFill>
              </a:rPr>
              <a:t>marginal probability</a:t>
            </a:r>
            <a:r>
              <a:rPr lang="en">
                <a:solidFill>
                  <a:schemeClr val="dk1"/>
                </a:solidFill>
              </a:rPr>
              <a:t> that the outcome equals x</a:t>
            </a:r>
            <a:endParaRPr>
              <a:solidFill>
                <a:schemeClr val="dk1"/>
              </a:solidFill>
            </a:endParaRPr>
          </a:p>
          <a:p>
            <a:pPr indent="0" lvl="0" marL="0" rtl="0" algn="l">
              <a:spcBef>
                <a:spcPts val="0"/>
              </a:spcBef>
              <a:spcAft>
                <a:spcPts val="0"/>
              </a:spcAft>
              <a:buNone/>
            </a:pPr>
            <a:r>
              <a:rPr lang="en">
                <a:solidFill>
                  <a:schemeClr val="dk1"/>
                </a:solidFill>
              </a:rPr>
              <a:t>E(h(x)) = expected probability of outcome</a:t>
            </a:r>
            <a:endParaRPr>
              <a:solidFill>
                <a:schemeClr val="dk1"/>
              </a:solidFill>
            </a:endParaRPr>
          </a:p>
          <a:p>
            <a:pPr indent="0" lvl="0" marL="0" rtl="0" algn="l">
              <a:spcBef>
                <a:spcPts val="0"/>
              </a:spcBef>
              <a:spcAft>
                <a:spcPts val="0"/>
              </a:spcAft>
              <a:buNone/>
            </a:pPr>
            <a:r>
              <a:rPr lang="en">
                <a:solidFill>
                  <a:schemeClr val="dk1"/>
                </a:solidFill>
              </a:rPr>
              <a:t>Var = Uncertainty about that probability (how unstable it is)</a:t>
            </a:r>
            <a:endParaRPr>
              <a:solidFill>
                <a:schemeClr val="dk1"/>
              </a:solidFill>
            </a:endParaRPr>
          </a:p>
          <a:p>
            <a:pPr indent="0" lvl="0" marL="0" rtl="0" algn="l">
              <a:spcBef>
                <a:spcPts val="0"/>
              </a:spcBef>
              <a:spcAft>
                <a:spcPts val="0"/>
              </a:spcAft>
              <a:buNone/>
            </a:pPr>
            <a:r>
              <a:rPr lang="en">
                <a:solidFill>
                  <a:schemeClr val="dk1"/>
                </a:solidFill>
              </a:rPr>
              <a:t>= The integral sums over all outcomes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90c7ea3ab9_0_7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90c7ea3ab9_0_7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90c7ea3ab9_0_5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90c7ea3ab9_0_5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90c7ea3ab9_0_5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90c7ea3ab9_0_5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90c7ea3ab9_0_5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90c7ea3ab9_0_5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Char char="●"/>
            </a:pPr>
            <a:r>
              <a:rPr b="1" lang="en">
                <a:solidFill>
                  <a:schemeClr val="dk1"/>
                </a:solidFill>
              </a:rPr>
              <a:t>Bin = What fraction of the day’s return distribution falls in each bin.</a:t>
            </a:r>
            <a:endParaRPr b="1">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To measure how unstable the FX return distribution is over a month — i.e., how much the shape of the return distribution changes day to day.</a:t>
            </a:r>
            <a:endParaRPr b="1">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This instability = ambiguity.</a:t>
            </a:r>
            <a:endParaRPr b="1">
              <a:solidFill>
                <a:schemeClr val="dk1"/>
              </a:solidFill>
            </a:endParaRPr>
          </a:p>
          <a:p>
            <a:pPr indent="-298450" lvl="0" marL="457200" rtl="0" algn="l">
              <a:lnSpc>
                <a:spcPct val="115000"/>
              </a:lnSpc>
              <a:spcBef>
                <a:spcPts val="0"/>
              </a:spcBef>
              <a:spcAft>
                <a:spcPts val="0"/>
              </a:spcAft>
              <a:buClr>
                <a:schemeClr val="dk1"/>
              </a:buClr>
              <a:buSzPts val="1100"/>
              <a:buChar char="●"/>
            </a:pPr>
            <a:r>
              <a:t/>
            </a:r>
            <a:endParaRPr b="1">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90c7ea3ab9_0_8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90c7ea3ab9_0_8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a7ea8154da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3a7ea8154da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90c7ea3ab9_0_7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90c7ea3ab9_0_7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90c7ea3ab9_0_7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390c7ea3ab9_0_7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90c7ea3ab9_0_7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390c7ea3ab9_0_7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90c7ea3ab9_0_7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390c7ea3ab9_0_7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90c7ea3ab9_0_8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390c7ea3ab9_0_8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90c7ea3ab9_0_8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390c7ea3ab9_0_8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90c7ea3ab9_0_8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390c7ea3ab9_0_8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g"/><Relationship Id="rId3"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jpg"/><Relationship Id="rId3"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5.jp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5.jp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5.jp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5.jp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5.jp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jpg"/><Relationship Id="rId3" Type="http://schemas.openxmlformats.org/officeDocument/2006/relationships/image" Target="../media/image1.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jpg"/><Relationship Id="rId3" Type="http://schemas.openxmlformats.org/officeDocument/2006/relationships/image" Target="../media/image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5.jp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jpg"/><Relationship Id="rId3" Type="http://schemas.openxmlformats.org/officeDocument/2006/relationships/image" Target="../media/image3.png"/><Relationship Id="rId4" Type="http://schemas.openxmlformats.org/officeDocument/2006/relationships/image" Target="../media/image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 Id="rId3" Type="http://schemas.openxmlformats.org/officeDocument/2006/relationships/image" Target="../media/image1.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type="title">
  <p:cSld name="TITLE">
    <p:bg>
      <p:bgPr>
        <a:solidFill>
          <a:srgbClr val="220337"/>
        </a:solidFill>
      </p:bgPr>
    </p:bg>
    <p:spTree>
      <p:nvGrpSpPr>
        <p:cNvPr id="53" name="Shape 53"/>
        <p:cNvGrpSpPr/>
        <p:nvPr/>
      </p:nvGrpSpPr>
      <p:grpSpPr>
        <a:xfrm>
          <a:off x="0" y="0"/>
          <a:ext cx="0" cy="0"/>
          <a:chOff x="0" y="0"/>
          <a:chExt cx="0" cy="0"/>
        </a:xfrm>
      </p:grpSpPr>
      <p:pic>
        <p:nvPicPr>
          <p:cNvPr id="54" name="Google Shape;54;p14"/>
          <p:cNvPicPr preferRelativeResize="0"/>
          <p:nvPr/>
        </p:nvPicPr>
        <p:blipFill rotWithShape="1">
          <a:blip r:embed="rId2">
            <a:alphaModFix/>
          </a:blip>
          <a:srcRect b="0" l="0" r="0" t="0"/>
          <a:stretch/>
        </p:blipFill>
        <p:spPr>
          <a:xfrm>
            <a:off x="0" y="0"/>
            <a:ext cx="9144003" cy="5143501"/>
          </a:xfrm>
          <a:prstGeom prst="rect">
            <a:avLst/>
          </a:prstGeom>
          <a:noFill/>
          <a:ln>
            <a:noFill/>
          </a:ln>
        </p:spPr>
      </p:pic>
      <p:pic>
        <p:nvPicPr>
          <p:cNvPr id="55" name="Google Shape;55;p14"/>
          <p:cNvPicPr preferRelativeResize="0"/>
          <p:nvPr/>
        </p:nvPicPr>
        <p:blipFill rotWithShape="1">
          <a:blip r:embed="rId3">
            <a:alphaModFix/>
          </a:blip>
          <a:srcRect b="0" l="0" r="0" t="0"/>
          <a:stretch/>
        </p:blipFill>
        <p:spPr>
          <a:xfrm>
            <a:off x="4047363" y="427947"/>
            <a:ext cx="1049175" cy="356100"/>
          </a:xfrm>
          <a:prstGeom prst="rect">
            <a:avLst/>
          </a:prstGeom>
          <a:noFill/>
          <a:ln>
            <a:noFill/>
          </a:ln>
        </p:spPr>
      </p:pic>
      <p:sp>
        <p:nvSpPr>
          <p:cNvPr id="56" name="Google Shape;56;p14"/>
          <p:cNvSpPr txBox="1"/>
          <p:nvPr>
            <p:ph type="title"/>
          </p:nvPr>
        </p:nvSpPr>
        <p:spPr>
          <a:xfrm>
            <a:off x="904850" y="1253682"/>
            <a:ext cx="7333800" cy="15951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None/>
              <a:defRPr sz="7200">
                <a:solidFill>
                  <a:schemeClr val="accent2"/>
                </a:solidFill>
              </a:defRPr>
            </a:lvl1pPr>
            <a:lvl2pPr lvl="1">
              <a:spcBef>
                <a:spcPts val="0"/>
              </a:spcBef>
              <a:spcAft>
                <a:spcPts val="0"/>
              </a:spcAft>
              <a:buNone/>
              <a:defRPr>
                <a:solidFill>
                  <a:srgbClr val="FFFFFF"/>
                </a:solidFill>
              </a:defRPr>
            </a:lvl2pPr>
            <a:lvl3pPr lvl="2">
              <a:spcBef>
                <a:spcPts val="0"/>
              </a:spcBef>
              <a:spcAft>
                <a:spcPts val="0"/>
              </a:spcAft>
              <a:buNone/>
              <a:defRPr>
                <a:solidFill>
                  <a:srgbClr val="FFFFFF"/>
                </a:solidFill>
              </a:defRPr>
            </a:lvl3pPr>
            <a:lvl4pPr lvl="3">
              <a:spcBef>
                <a:spcPts val="0"/>
              </a:spcBef>
              <a:spcAft>
                <a:spcPts val="0"/>
              </a:spcAft>
              <a:buNone/>
              <a:defRPr>
                <a:solidFill>
                  <a:srgbClr val="FFFFFF"/>
                </a:solidFill>
              </a:defRPr>
            </a:lvl4pPr>
            <a:lvl5pPr lvl="4">
              <a:spcBef>
                <a:spcPts val="0"/>
              </a:spcBef>
              <a:spcAft>
                <a:spcPts val="0"/>
              </a:spcAft>
              <a:buNone/>
              <a:defRPr>
                <a:solidFill>
                  <a:srgbClr val="FFFFFF"/>
                </a:solidFill>
              </a:defRPr>
            </a:lvl5pPr>
            <a:lvl6pPr lvl="5">
              <a:spcBef>
                <a:spcPts val="0"/>
              </a:spcBef>
              <a:spcAft>
                <a:spcPts val="0"/>
              </a:spcAft>
              <a:buNone/>
              <a:defRPr>
                <a:solidFill>
                  <a:srgbClr val="FFFFFF"/>
                </a:solidFill>
              </a:defRPr>
            </a:lvl6pPr>
            <a:lvl7pPr lvl="6">
              <a:spcBef>
                <a:spcPts val="0"/>
              </a:spcBef>
              <a:spcAft>
                <a:spcPts val="0"/>
              </a:spcAft>
              <a:buNone/>
              <a:defRPr>
                <a:solidFill>
                  <a:srgbClr val="FFFFFF"/>
                </a:solidFill>
              </a:defRPr>
            </a:lvl7pPr>
            <a:lvl8pPr lvl="7">
              <a:spcBef>
                <a:spcPts val="0"/>
              </a:spcBef>
              <a:spcAft>
                <a:spcPts val="0"/>
              </a:spcAft>
              <a:buNone/>
              <a:defRPr>
                <a:solidFill>
                  <a:srgbClr val="FFFFFF"/>
                </a:solidFill>
              </a:defRPr>
            </a:lvl8pPr>
            <a:lvl9pPr lvl="8">
              <a:spcBef>
                <a:spcPts val="0"/>
              </a:spcBef>
              <a:spcAft>
                <a:spcPts val="0"/>
              </a:spcAft>
              <a:buNone/>
              <a:defRPr>
                <a:solidFill>
                  <a:srgbClr val="FFFFFF"/>
                </a:solidFill>
              </a:defRPr>
            </a:lvl9pPr>
          </a:lstStyle>
          <a:p/>
        </p:txBody>
      </p:sp>
      <p:sp>
        <p:nvSpPr>
          <p:cNvPr id="57" name="Google Shape;57;p14"/>
          <p:cNvSpPr txBox="1"/>
          <p:nvPr>
            <p:ph idx="1" type="body"/>
          </p:nvPr>
        </p:nvSpPr>
        <p:spPr>
          <a:xfrm>
            <a:off x="2496200" y="4275729"/>
            <a:ext cx="4151400" cy="304500"/>
          </a:xfrm>
          <a:prstGeom prst="rect">
            <a:avLst/>
          </a:prstGeom>
        </p:spPr>
        <p:txBody>
          <a:bodyPr anchorCtr="0" anchor="t" bIns="91425" lIns="91425" spcFirstLastPara="1" rIns="91425" wrap="square" tIns="91425">
            <a:noAutofit/>
          </a:bodyPr>
          <a:lstStyle>
            <a:lvl1pPr indent="-292100" lvl="0" marL="457200" algn="ctr">
              <a:spcBef>
                <a:spcPts val="0"/>
              </a:spcBef>
              <a:spcAft>
                <a:spcPts val="0"/>
              </a:spcAft>
              <a:buClr>
                <a:schemeClr val="accent2"/>
              </a:buClr>
              <a:buSzPts val="1000"/>
              <a:buFont typeface="Montserrat SemiBold"/>
              <a:buChar char="●"/>
              <a:defRPr sz="1000">
                <a:solidFill>
                  <a:schemeClr val="accent2"/>
                </a:solidFill>
                <a:latin typeface="Montserrat SemiBold"/>
                <a:ea typeface="Montserrat SemiBold"/>
                <a:cs typeface="Montserrat SemiBold"/>
                <a:sym typeface="Montserrat SemiBold"/>
              </a:defRPr>
            </a:lvl1pPr>
            <a:lvl2pPr indent="-292100" lvl="1" marL="914400" algn="ctr">
              <a:spcBef>
                <a:spcPts val="0"/>
              </a:spcBef>
              <a:spcAft>
                <a:spcPts val="0"/>
              </a:spcAft>
              <a:buClr>
                <a:schemeClr val="accent2"/>
              </a:buClr>
              <a:buSzPts val="1000"/>
              <a:buFont typeface="Montserrat SemiBold"/>
              <a:buChar char="○"/>
              <a:defRPr sz="1000">
                <a:solidFill>
                  <a:schemeClr val="accent2"/>
                </a:solidFill>
                <a:latin typeface="Montserrat SemiBold"/>
                <a:ea typeface="Montserrat SemiBold"/>
                <a:cs typeface="Montserrat SemiBold"/>
                <a:sym typeface="Montserrat SemiBold"/>
              </a:defRPr>
            </a:lvl2pPr>
            <a:lvl3pPr indent="-292100" lvl="2" marL="1371600" algn="ctr">
              <a:spcBef>
                <a:spcPts val="0"/>
              </a:spcBef>
              <a:spcAft>
                <a:spcPts val="0"/>
              </a:spcAft>
              <a:buClr>
                <a:schemeClr val="accent2"/>
              </a:buClr>
              <a:buSzPts val="1000"/>
              <a:buFont typeface="Montserrat SemiBold"/>
              <a:buChar char="■"/>
              <a:defRPr sz="1000">
                <a:solidFill>
                  <a:schemeClr val="accent2"/>
                </a:solidFill>
                <a:latin typeface="Montserrat SemiBold"/>
                <a:ea typeface="Montserrat SemiBold"/>
                <a:cs typeface="Montserrat SemiBold"/>
                <a:sym typeface="Montserrat SemiBold"/>
              </a:defRPr>
            </a:lvl3pPr>
            <a:lvl4pPr indent="-292100" lvl="3" marL="1828800" algn="ctr">
              <a:spcBef>
                <a:spcPts val="0"/>
              </a:spcBef>
              <a:spcAft>
                <a:spcPts val="0"/>
              </a:spcAft>
              <a:buClr>
                <a:schemeClr val="accent2"/>
              </a:buClr>
              <a:buSzPts val="1000"/>
              <a:buFont typeface="Montserrat SemiBold"/>
              <a:buChar char="●"/>
              <a:defRPr sz="1000">
                <a:solidFill>
                  <a:schemeClr val="accent2"/>
                </a:solidFill>
                <a:latin typeface="Montserrat SemiBold"/>
                <a:ea typeface="Montserrat SemiBold"/>
                <a:cs typeface="Montserrat SemiBold"/>
                <a:sym typeface="Montserrat SemiBold"/>
              </a:defRPr>
            </a:lvl4pPr>
            <a:lvl5pPr indent="-292100" lvl="4" marL="2286000" algn="ctr">
              <a:spcBef>
                <a:spcPts val="0"/>
              </a:spcBef>
              <a:spcAft>
                <a:spcPts val="0"/>
              </a:spcAft>
              <a:buClr>
                <a:schemeClr val="accent2"/>
              </a:buClr>
              <a:buSzPts val="1000"/>
              <a:buFont typeface="Montserrat SemiBold"/>
              <a:buChar char="○"/>
              <a:defRPr sz="1000">
                <a:solidFill>
                  <a:schemeClr val="accent2"/>
                </a:solidFill>
                <a:latin typeface="Montserrat SemiBold"/>
                <a:ea typeface="Montserrat SemiBold"/>
                <a:cs typeface="Montserrat SemiBold"/>
                <a:sym typeface="Montserrat SemiBold"/>
              </a:defRPr>
            </a:lvl5pPr>
            <a:lvl6pPr indent="-292100" lvl="5" marL="2743200" algn="ctr">
              <a:spcBef>
                <a:spcPts val="0"/>
              </a:spcBef>
              <a:spcAft>
                <a:spcPts val="0"/>
              </a:spcAft>
              <a:buClr>
                <a:schemeClr val="accent2"/>
              </a:buClr>
              <a:buSzPts val="1000"/>
              <a:buFont typeface="Montserrat SemiBold"/>
              <a:buChar char="■"/>
              <a:defRPr sz="1000">
                <a:solidFill>
                  <a:schemeClr val="accent2"/>
                </a:solidFill>
                <a:latin typeface="Montserrat SemiBold"/>
                <a:ea typeface="Montserrat SemiBold"/>
                <a:cs typeface="Montserrat SemiBold"/>
                <a:sym typeface="Montserrat SemiBold"/>
              </a:defRPr>
            </a:lvl6pPr>
            <a:lvl7pPr indent="-292100" lvl="6" marL="3200400" algn="ctr">
              <a:spcBef>
                <a:spcPts val="0"/>
              </a:spcBef>
              <a:spcAft>
                <a:spcPts val="0"/>
              </a:spcAft>
              <a:buClr>
                <a:schemeClr val="accent2"/>
              </a:buClr>
              <a:buSzPts val="1000"/>
              <a:buFont typeface="Montserrat SemiBold"/>
              <a:buChar char="●"/>
              <a:defRPr sz="1000">
                <a:solidFill>
                  <a:schemeClr val="accent2"/>
                </a:solidFill>
                <a:latin typeface="Montserrat SemiBold"/>
                <a:ea typeface="Montserrat SemiBold"/>
                <a:cs typeface="Montserrat SemiBold"/>
                <a:sym typeface="Montserrat SemiBold"/>
              </a:defRPr>
            </a:lvl7pPr>
            <a:lvl8pPr indent="-292100" lvl="7" marL="3657600" algn="ctr">
              <a:spcBef>
                <a:spcPts val="0"/>
              </a:spcBef>
              <a:spcAft>
                <a:spcPts val="0"/>
              </a:spcAft>
              <a:buClr>
                <a:schemeClr val="accent2"/>
              </a:buClr>
              <a:buSzPts val="1000"/>
              <a:buFont typeface="Montserrat SemiBold"/>
              <a:buChar char="○"/>
              <a:defRPr sz="1000">
                <a:solidFill>
                  <a:schemeClr val="accent2"/>
                </a:solidFill>
                <a:latin typeface="Montserrat SemiBold"/>
                <a:ea typeface="Montserrat SemiBold"/>
                <a:cs typeface="Montserrat SemiBold"/>
                <a:sym typeface="Montserrat SemiBold"/>
              </a:defRPr>
            </a:lvl8pPr>
            <a:lvl9pPr indent="-292100" lvl="8" marL="4114800" algn="ctr">
              <a:spcBef>
                <a:spcPts val="0"/>
              </a:spcBef>
              <a:spcAft>
                <a:spcPts val="0"/>
              </a:spcAft>
              <a:buClr>
                <a:schemeClr val="accent2"/>
              </a:buClr>
              <a:buSzPts val="1000"/>
              <a:buFont typeface="Montserrat SemiBold"/>
              <a:buChar char="■"/>
              <a:defRPr sz="1000">
                <a:solidFill>
                  <a:schemeClr val="accent2"/>
                </a:solidFill>
                <a:latin typeface="Montserrat SemiBold"/>
                <a:ea typeface="Montserrat SemiBold"/>
                <a:cs typeface="Montserrat SemiBold"/>
                <a:sym typeface="Montserrat SemiBold"/>
              </a:defRPr>
            </a:lvl9pPr>
          </a:lstStyle>
          <a:p/>
        </p:txBody>
      </p:sp>
      <p:sp>
        <p:nvSpPr>
          <p:cNvPr id="58" name="Google Shape;58;p14"/>
          <p:cNvSpPr txBox="1"/>
          <p:nvPr>
            <p:ph idx="2" type="subTitle"/>
          </p:nvPr>
        </p:nvSpPr>
        <p:spPr>
          <a:xfrm>
            <a:off x="2496200" y="2791614"/>
            <a:ext cx="4151400" cy="700800"/>
          </a:xfrm>
          <a:prstGeom prst="rect">
            <a:avLst/>
          </a:prstGeom>
        </p:spPr>
        <p:txBody>
          <a:bodyPr anchorCtr="0" anchor="t" bIns="91425" lIns="91425" spcFirstLastPara="1" rIns="91425" wrap="square" tIns="91425">
            <a:noAutofit/>
          </a:bodyPr>
          <a:lstStyle>
            <a:lvl1pPr lvl="0" algn="ctr">
              <a:spcBef>
                <a:spcPts val="0"/>
              </a:spcBef>
              <a:spcAft>
                <a:spcPts val="0"/>
              </a:spcAft>
              <a:buNone/>
              <a:defRPr sz="1500">
                <a:solidFill>
                  <a:schemeClr val="accent2"/>
                </a:solidFill>
              </a:defRPr>
            </a:lvl1pPr>
            <a:lvl2pPr lvl="1">
              <a:spcBef>
                <a:spcPts val="1600"/>
              </a:spcBef>
              <a:spcAft>
                <a:spcPts val="0"/>
              </a:spcAft>
              <a:buNone/>
              <a:defRPr>
                <a:solidFill>
                  <a:schemeClr val="accent2"/>
                </a:solidFill>
              </a:defRPr>
            </a:lvl2pPr>
            <a:lvl3pPr lvl="2">
              <a:spcBef>
                <a:spcPts val="1600"/>
              </a:spcBef>
              <a:spcAft>
                <a:spcPts val="0"/>
              </a:spcAft>
              <a:buNone/>
              <a:defRPr>
                <a:solidFill>
                  <a:schemeClr val="accent2"/>
                </a:solidFill>
              </a:defRPr>
            </a:lvl3pPr>
            <a:lvl4pPr lvl="3">
              <a:spcBef>
                <a:spcPts val="1600"/>
              </a:spcBef>
              <a:spcAft>
                <a:spcPts val="0"/>
              </a:spcAft>
              <a:buNone/>
              <a:defRPr>
                <a:solidFill>
                  <a:schemeClr val="accent2"/>
                </a:solidFill>
              </a:defRPr>
            </a:lvl4pPr>
            <a:lvl5pPr lvl="4">
              <a:spcBef>
                <a:spcPts val="1600"/>
              </a:spcBef>
              <a:spcAft>
                <a:spcPts val="0"/>
              </a:spcAft>
              <a:buNone/>
              <a:defRPr>
                <a:solidFill>
                  <a:schemeClr val="accent2"/>
                </a:solidFill>
              </a:defRPr>
            </a:lvl5pPr>
            <a:lvl6pPr lvl="5">
              <a:spcBef>
                <a:spcPts val="1600"/>
              </a:spcBef>
              <a:spcAft>
                <a:spcPts val="0"/>
              </a:spcAft>
              <a:buNone/>
              <a:defRPr>
                <a:solidFill>
                  <a:schemeClr val="accent2"/>
                </a:solidFill>
              </a:defRPr>
            </a:lvl6pPr>
            <a:lvl7pPr lvl="6">
              <a:spcBef>
                <a:spcPts val="1600"/>
              </a:spcBef>
              <a:spcAft>
                <a:spcPts val="0"/>
              </a:spcAft>
              <a:buNone/>
              <a:defRPr>
                <a:solidFill>
                  <a:schemeClr val="accent2"/>
                </a:solidFill>
              </a:defRPr>
            </a:lvl7pPr>
            <a:lvl8pPr lvl="7">
              <a:spcBef>
                <a:spcPts val="1600"/>
              </a:spcBef>
              <a:spcAft>
                <a:spcPts val="0"/>
              </a:spcAft>
              <a:buNone/>
              <a:defRPr>
                <a:solidFill>
                  <a:schemeClr val="accent2"/>
                </a:solidFill>
              </a:defRPr>
            </a:lvl8pPr>
            <a:lvl9pPr lvl="8">
              <a:spcBef>
                <a:spcPts val="1600"/>
              </a:spcBef>
              <a:spcAft>
                <a:spcPts val="1600"/>
              </a:spcAft>
              <a:buNone/>
              <a:defRPr>
                <a:solidFill>
                  <a:schemeClr val="accent2"/>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1_1_1_1">
    <p:bg>
      <p:bgPr>
        <a:solidFill>
          <a:srgbClr val="220337"/>
        </a:solidFill>
      </p:bgPr>
    </p:bg>
    <p:spTree>
      <p:nvGrpSpPr>
        <p:cNvPr id="59" name="Shape 59"/>
        <p:cNvGrpSpPr/>
        <p:nvPr/>
      </p:nvGrpSpPr>
      <p:grpSpPr>
        <a:xfrm>
          <a:off x="0" y="0"/>
          <a:ext cx="0" cy="0"/>
          <a:chOff x="0" y="0"/>
          <a:chExt cx="0" cy="0"/>
        </a:xfrm>
      </p:grpSpPr>
      <p:pic>
        <p:nvPicPr>
          <p:cNvPr id="60" name="Google Shape;60;p15"/>
          <p:cNvPicPr preferRelativeResize="0"/>
          <p:nvPr/>
        </p:nvPicPr>
        <p:blipFill rotWithShape="1">
          <a:blip r:embed="rId2">
            <a:alphaModFix/>
          </a:blip>
          <a:srcRect b="367" l="308" r="328" t="357"/>
          <a:stretch/>
        </p:blipFill>
        <p:spPr>
          <a:xfrm>
            <a:off x="0" y="250"/>
            <a:ext cx="9143997" cy="5143501"/>
          </a:xfrm>
          <a:prstGeom prst="rect">
            <a:avLst/>
          </a:prstGeom>
          <a:noFill/>
          <a:ln>
            <a:noFill/>
          </a:ln>
        </p:spPr>
      </p:pic>
      <p:pic>
        <p:nvPicPr>
          <p:cNvPr descr="New York University logo" id="61" name="Google Shape;61;p15"/>
          <p:cNvPicPr preferRelativeResize="0"/>
          <p:nvPr/>
        </p:nvPicPr>
        <p:blipFill rotWithShape="1">
          <a:blip r:embed="rId3">
            <a:alphaModFix/>
          </a:blip>
          <a:srcRect b="0" l="0" r="0" t="0"/>
          <a:stretch/>
        </p:blipFill>
        <p:spPr>
          <a:xfrm>
            <a:off x="4047363" y="427947"/>
            <a:ext cx="1049175" cy="356100"/>
          </a:xfrm>
          <a:prstGeom prst="rect">
            <a:avLst/>
          </a:prstGeom>
          <a:noFill/>
          <a:ln>
            <a:noFill/>
          </a:ln>
        </p:spPr>
      </p:pic>
      <p:sp>
        <p:nvSpPr>
          <p:cNvPr id="62" name="Google Shape;62;p15"/>
          <p:cNvSpPr txBox="1"/>
          <p:nvPr>
            <p:ph type="title"/>
          </p:nvPr>
        </p:nvSpPr>
        <p:spPr>
          <a:xfrm>
            <a:off x="904850" y="1253682"/>
            <a:ext cx="7333800" cy="15951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None/>
              <a:defRPr sz="7200">
                <a:solidFill>
                  <a:srgbClr val="FFFFFF"/>
                </a:solidFill>
              </a:defRPr>
            </a:lvl1pPr>
            <a:lvl2pPr lvl="1">
              <a:spcBef>
                <a:spcPts val="0"/>
              </a:spcBef>
              <a:spcAft>
                <a:spcPts val="0"/>
              </a:spcAft>
              <a:buNone/>
              <a:defRPr>
                <a:solidFill>
                  <a:srgbClr val="FFFFFF"/>
                </a:solidFill>
              </a:defRPr>
            </a:lvl2pPr>
            <a:lvl3pPr lvl="2">
              <a:spcBef>
                <a:spcPts val="0"/>
              </a:spcBef>
              <a:spcAft>
                <a:spcPts val="0"/>
              </a:spcAft>
              <a:buNone/>
              <a:defRPr>
                <a:solidFill>
                  <a:srgbClr val="FFFFFF"/>
                </a:solidFill>
              </a:defRPr>
            </a:lvl3pPr>
            <a:lvl4pPr lvl="3">
              <a:spcBef>
                <a:spcPts val="0"/>
              </a:spcBef>
              <a:spcAft>
                <a:spcPts val="0"/>
              </a:spcAft>
              <a:buNone/>
              <a:defRPr>
                <a:solidFill>
                  <a:srgbClr val="FFFFFF"/>
                </a:solidFill>
              </a:defRPr>
            </a:lvl4pPr>
            <a:lvl5pPr lvl="4">
              <a:spcBef>
                <a:spcPts val="0"/>
              </a:spcBef>
              <a:spcAft>
                <a:spcPts val="0"/>
              </a:spcAft>
              <a:buNone/>
              <a:defRPr>
                <a:solidFill>
                  <a:srgbClr val="FFFFFF"/>
                </a:solidFill>
              </a:defRPr>
            </a:lvl5pPr>
            <a:lvl6pPr lvl="5">
              <a:spcBef>
                <a:spcPts val="0"/>
              </a:spcBef>
              <a:spcAft>
                <a:spcPts val="0"/>
              </a:spcAft>
              <a:buNone/>
              <a:defRPr>
                <a:solidFill>
                  <a:srgbClr val="FFFFFF"/>
                </a:solidFill>
              </a:defRPr>
            </a:lvl6pPr>
            <a:lvl7pPr lvl="6">
              <a:spcBef>
                <a:spcPts val="0"/>
              </a:spcBef>
              <a:spcAft>
                <a:spcPts val="0"/>
              </a:spcAft>
              <a:buNone/>
              <a:defRPr>
                <a:solidFill>
                  <a:srgbClr val="FFFFFF"/>
                </a:solidFill>
              </a:defRPr>
            </a:lvl7pPr>
            <a:lvl8pPr lvl="7">
              <a:spcBef>
                <a:spcPts val="0"/>
              </a:spcBef>
              <a:spcAft>
                <a:spcPts val="0"/>
              </a:spcAft>
              <a:buNone/>
              <a:defRPr>
                <a:solidFill>
                  <a:srgbClr val="FFFFFF"/>
                </a:solidFill>
              </a:defRPr>
            </a:lvl8pPr>
            <a:lvl9pPr lvl="8">
              <a:spcBef>
                <a:spcPts val="0"/>
              </a:spcBef>
              <a:spcAft>
                <a:spcPts val="0"/>
              </a:spcAft>
              <a:buNone/>
              <a:defRPr>
                <a:solidFill>
                  <a:srgbClr val="FFFFFF"/>
                </a:solidFill>
              </a:defRPr>
            </a:lvl9pPr>
          </a:lstStyle>
          <a:p/>
        </p:txBody>
      </p:sp>
      <p:sp>
        <p:nvSpPr>
          <p:cNvPr id="63" name="Google Shape;63;p15"/>
          <p:cNvSpPr txBox="1"/>
          <p:nvPr>
            <p:ph idx="1" type="body"/>
          </p:nvPr>
        </p:nvSpPr>
        <p:spPr>
          <a:xfrm>
            <a:off x="2496200" y="4275729"/>
            <a:ext cx="4151400" cy="304500"/>
          </a:xfrm>
          <a:prstGeom prst="rect">
            <a:avLst/>
          </a:prstGeom>
        </p:spPr>
        <p:txBody>
          <a:bodyPr anchorCtr="0" anchor="t" bIns="91425" lIns="91425" spcFirstLastPara="1" rIns="91425" wrap="square" tIns="91425">
            <a:noAutofit/>
          </a:bodyPr>
          <a:lstStyle>
            <a:lvl1pPr indent="-292100" lvl="0" marL="457200" algn="ctr">
              <a:spcBef>
                <a:spcPts val="0"/>
              </a:spcBef>
              <a:spcAft>
                <a:spcPts val="0"/>
              </a:spcAft>
              <a:buClr>
                <a:srgbClr val="FFFFFF"/>
              </a:buClr>
              <a:buSzPts val="1000"/>
              <a:buFont typeface="Montserrat SemiBold"/>
              <a:buChar char="●"/>
              <a:defRPr sz="1000">
                <a:solidFill>
                  <a:srgbClr val="FFFFFF"/>
                </a:solidFill>
                <a:latin typeface="Montserrat SemiBold"/>
                <a:ea typeface="Montserrat SemiBold"/>
                <a:cs typeface="Montserrat SemiBold"/>
                <a:sym typeface="Montserrat SemiBold"/>
              </a:defRPr>
            </a:lvl1pPr>
            <a:lvl2pPr indent="-292100" lvl="1" marL="914400" algn="ctr">
              <a:spcBef>
                <a:spcPts val="0"/>
              </a:spcBef>
              <a:spcAft>
                <a:spcPts val="0"/>
              </a:spcAft>
              <a:buClr>
                <a:srgbClr val="FFFFFF"/>
              </a:buClr>
              <a:buSzPts val="1000"/>
              <a:buFont typeface="Montserrat SemiBold"/>
              <a:buChar char="○"/>
              <a:defRPr sz="1000">
                <a:solidFill>
                  <a:srgbClr val="FFFFFF"/>
                </a:solidFill>
                <a:latin typeface="Montserrat SemiBold"/>
                <a:ea typeface="Montserrat SemiBold"/>
                <a:cs typeface="Montserrat SemiBold"/>
                <a:sym typeface="Montserrat SemiBold"/>
              </a:defRPr>
            </a:lvl2pPr>
            <a:lvl3pPr indent="-292100" lvl="2" marL="1371600" algn="ctr">
              <a:spcBef>
                <a:spcPts val="0"/>
              </a:spcBef>
              <a:spcAft>
                <a:spcPts val="0"/>
              </a:spcAft>
              <a:buClr>
                <a:srgbClr val="FFFFFF"/>
              </a:buClr>
              <a:buSzPts val="1000"/>
              <a:buFont typeface="Montserrat SemiBold"/>
              <a:buChar char="■"/>
              <a:defRPr sz="1000">
                <a:solidFill>
                  <a:srgbClr val="FFFFFF"/>
                </a:solidFill>
                <a:latin typeface="Montserrat SemiBold"/>
                <a:ea typeface="Montserrat SemiBold"/>
                <a:cs typeface="Montserrat SemiBold"/>
                <a:sym typeface="Montserrat SemiBold"/>
              </a:defRPr>
            </a:lvl3pPr>
            <a:lvl4pPr indent="-292100" lvl="3" marL="1828800" algn="ctr">
              <a:spcBef>
                <a:spcPts val="0"/>
              </a:spcBef>
              <a:spcAft>
                <a:spcPts val="0"/>
              </a:spcAft>
              <a:buClr>
                <a:srgbClr val="FFFFFF"/>
              </a:buClr>
              <a:buSzPts val="1000"/>
              <a:buFont typeface="Montserrat SemiBold"/>
              <a:buChar char="●"/>
              <a:defRPr sz="1000">
                <a:solidFill>
                  <a:srgbClr val="FFFFFF"/>
                </a:solidFill>
                <a:latin typeface="Montserrat SemiBold"/>
                <a:ea typeface="Montserrat SemiBold"/>
                <a:cs typeface="Montserrat SemiBold"/>
                <a:sym typeface="Montserrat SemiBold"/>
              </a:defRPr>
            </a:lvl4pPr>
            <a:lvl5pPr indent="-292100" lvl="4" marL="2286000" algn="ctr">
              <a:spcBef>
                <a:spcPts val="0"/>
              </a:spcBef>
              <a:spcAft>
                <a:spcPts val="0"/>
              </a:spcAft>
              <a:buClr>
                <a:srgbClr val="FFFFFF"/>
              </a:buClr>
              <a:buSzPts val="1000"/>
              <a:buFont typeface="Montserrat SemiBold"/>
              <a:buChar char="○"/>
              <a:defRPr sz="1000">
                <a:solidFill>
                  <a:srgbClr val="FFFFFF"/>
                </a:solidFill>
                <a:latin typeface="Montserrat SemiBold"/>
                <a:ea typeface="Montserrat SemiBold"/>
                <a:cs typeface="Montserrat SemiBold"/>
                <a:sym typeface="Montserrat SemiBold"/>
              </a:defRPr>
            </a:lvl5pPr>
            <a:lvl6pPr indent="-292100" lvl="5" marL="2743200" algn="ctr">
              <a:spcBef>
                <a:spcPts val="0"/>
              </a:spcBef>
              <a:spcAft>
                <a:spcPts val="0"/>
              </a:spcAft>
              <a:buClr>
                <a:srgbClr val="FFFFFF"/>
              </a:buClr>
              <a:buSzPts val="1000"/>
              <a:buFont typeface="Montserrat SemiBold"/>
              <a:buChar char="■"/>
              <a:defRPr sz="1000">
                <a:solidFill>
                  <a:srgbClr val="FFFFFF"/>
                </a:solidFill>
                <a:latin typeface="Montserrat SemiBold"/>
                <a:ea typeface="Montserrat SemiBold"/>
                <a:cs typeface="Montserrat SemiBold"/>
                <a:sym typeface="Montserrat SemiBold"/>
              </a:defRPr>
            </a:lvl6pPr>
            <a:lvl7pPr indent="-292100" lvl="6" marL="3200400" algn="ctr">
              <a:spcBef>
                <a:spcPts val="0"/>
              </a:spcBef>
              <a:spcAft>
                <a:spcPts val="0"/>
              </a:spcAft>
              <a:buClr>
                <a:srgbClr val="FFFFFF"/>
              </a:buClr>
              <a:buSzPts val="1000"/>
              <a:buFont typeface="Montserrat SemiBold"/>
              <a:buChar char="●"/>
              <a:defRPr sz="1000">
                <a:solidFill>
                  <a:srgbClr val="FFFFFF"/>
                </a:solidFill>
                <a:latin typeface="Montserrat SemiBold"/>
                <a:ea typeface="Montserrat SemiBold"/>
                <a:cs typeface="Montserrat SemiBold"/>
                <a:sym typeface="Montserrat SemiBold"/>
              </a:defRPr>
            </a:lvl7pPr>
            <a:lvl8pPr indent="-292100" lvl="7" marL="3657600" algn="ctr">
              <a:spcBef>
                <a:spcPts val="0"/>
              </a:spcBef>
              <a:spcAft>
                <a:spcPts val="0"/>
              </a:spcAft>
              <a:buClr>
                <a:srgbClr val="FFFFFF"/>
              </a:buClr>
              <a:buSzPts val="1000"/>
              <a:buFont typeface="Montserrat SemiBold"/>
              <a:buChar char="○"/>
              <a:defRPr sz="1000">
                <a:solidFill>
                  <a:srgbClr val="FFFFFF"/>
                </a:solidFill>
                <a:latin typeface="Montserrat SemiBold"/>
                <a:ea typeface="Montserrat SemiBold"/>
                <a:cs typeface="Montserrat SemiBold"/>
                <a:sym typeface="Montserrat SemiBold"/>
              </a:defRPr>
            </a:lvl8pPr>
            <a:lvl9pPr indent="-292100" lvl="8" marL="4114800" algn="ctr">
              <a:spcBef>
                <a:spcPts val="0"/>
              </a:spcBef>
              <a:spcAft>
                <a:spcPts val="0"/>
              </a:spcAft>
              <a:buClr>
                <a:srgbClr val="FFFFFF"/>
              </a:buClr>
              <a:buSzPts val="1000"/>
              <a:buFont typeface="Montserrat SemiBold"/>
              <a:buChar char="■"/>
              <a:defRPr sz="1000">
                <a:solidFill>
                  <a:srgbClr val="FFFFFF"/>
                </a:solidFill>
                <a:latin typeface="Montserrat SemiBold"/>
                <a:ea typeface="Montserrat SemiBold"/>
                <a:cs typeface="Montserrat SemiBold"/>
                <a:sym typeface="Montserrat SemiBold"/>
              </a:defRPr>
            </a:lvl9pPr>
          </a:lstStyle>
          <a:p/>
        </p:txBody>
      </p:sp>
      <p:sp>
        <p:nvSpPr>
          <p:cNvPr id="64" name="Google Shape;64;p15"/>
          <p:cNvSpPr txBox="1"/>
          <p:nvPr>
            <p:ph idx="2" type="subTitle"/>
          </p:nvPr>
        </p:nvSpPr>
        <p:spPr>
          <a:xfrm>
            <a:off x="2496200" y="2791614"/>
            <a:ext cx="4151400" cy="700800"/>
          </a:xfrm>
          <a:prstGeom prst="rect">
            <a:avLst/>
          </a:prstGeom>
        </p:spPr>
        <p:txBody>
          <a:bodyPr anchorCtr="0" anchor="t" bIns="91425" lIns="91425" spcFirstLastPara="1" rIns="91425" wrap="square" tIns="91425">
            <a:noAutofit/>
          </a:bodyPr>
          <a:lstStyle>
            <a:lvl1pPr lvl="0" algn="ctr">
              <a:spcBef>
                <a:spcPts val="0"/>
              </a:spcBef>
              <a:spcAft>
                <a:spcPts val="0"/>
              </a:spcAft>
              <a:buNone/>
              <a:defRPr sz="1500">
                <a:solidFill>
                  <a:srgbClr val="FFFFFF"/>
                </a:solidFill>
              </a:defRPr>
            </a:lvl1pPr>
            <a:lvl2pPr lvl="1">
              <a:spcBef>
                <a:spcPts val="160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lt2"/>
        </a:solidFill>
      </p:bgPr>
    </p:bg>
    <p:spTree>
      <p:nvGrpSpPr>
        <p:cNvPr id="65" name="Shape 65"/>
        <p:cNvGrpSpPr/>
        <p:nvPr/>
      </p:nvGrpSpPr>
      <p:grpSpPr>
        <a:xfrm>
          <a:off x="0" y="0"/>
          <a:ext cx="0" cy="0"/>
          <a:chOff x="0" y="0"/>
          <a:chExt cx="0" cy="0"/>
        </a:xfrm>
      </p:grpSpPr>
      <p:pic>
        <p:nvPicPr>
          <p:cNvPr id="66" name="Google Shape;66;p16"/>
          <p:cNvPicPr preferRelativeResize="0"/>
          <p:nvPr/>
        </p:nvPicPr>
        <p:blipFill rotWithShape="1">
          <a:blip r:embed="rId2">
            <a:alphaModFix/>
          </a:blip>
          <a:srcRect b="0" l="0" r="0" t="0"/>
          <a:stretch/>
        </p:blipFill>
        <p:spPr>
          <a:xfrm>
            <a:off x="0" y="0"/>
            <a:ext cx="9144003" cy="5143501"/>
          </a:xfrm>
          <a:prstGeom prst="rect">
            <a:avLst/>
          </a:prstGeom>
          <a:noFill/>
          <a:ln>
            <a:noFill/>
          </a:ln>
        </p:spPr>
      </p:pic>
      <p:sp>
        <p:nvSpPr>
          <p:cNvPr id="67" name="Google Shape;67;p16"/>
          <p:cNvSpPr txBox="1"/>
          <p:nvPr>
            <p:ph type="title"/>
          </p:nvPr>
        </p:nvSpPr>
        <p:spPr>
          <a:xfrm>
            <a:off x="1506000" y="1385509"/>
            <a:ext cx="6131700" cy="1638600"/>
          </a:xfrm>
          <a:prstGeom prst="rect">
            <a:avLst/>
          </a:prstGeom>
        </p:spPr>
        <p:txBody>
          <a:bodyPr anchorCtr="0" anchor="b" bIns="91425" lIns="91425" spcFirstLastPara="1" rIns="91425" wrap="square" tIns="91425">
            <a:noAutofit/>
          </a:bodyPr>
          <a:lstStyle>
            <a:lvl1pPr lvl="0" algn="ctr">
              <a:lnSpc>
                <a:spcPct val="80000"/>
              </a:lnSpc>
              <a:spcBef>
                <a:spcPts val="0"/>
              </a:spcBef>
              <a:spcAft>
                <a:spcPts val="0"/>
              </a:spcAft>
              <a:buNone/>
              <a:defRPr sz="6000"/>
            </a:lvl1pPr>
            <a:lvl2pPr lvl="1">
              <a:spcBef>
                <a:spcPts val="0"/>
              </a:spcBef>
              <a:spcAft>
                <a:spcPts val="0"/>
              </a:spcAft>
              <a:buNone/>
              <a:defRPr>
                <a:latin typeface="Montserrat"/>
                <a:ea typeface="Montserrat"/>
                <a:cs typeface="Montserrat"/>
                <a:sym typeface="Montserrat"/>
              </a:defRPr>
            </a:lvl2pPr>
            <a:lvl3pPr lvl="2">
              <a:spcBef>
                <a:spcPts val="0"/>
              </a:spcBef>
              <a:spcAft>
                <a:spcPts val="0"/>
              </a:spcAft>
              <a:buNone/>
              <a:defRPr>
                <a:latin typeface="Montserrat"/>
                <a:ea typeface="Montserrat"/>
                <a:cs typeface="Montserrat"/>
                <a:sym typeface="Montserrat"/>
              </a:defRPr>
            </a:lvl3pPr>
            <a:lvl4pPr lvl="3">
              <a:spcBef>
                <a:spcPts val="0"/>
              </a:spcBef>
              <a:spcAft>
                <a:spcPts val="0"/>
              </a:spcAft>
              <a:buNone/>
              <a:defRPr>
                <a:latin typeface="Montserrat"/>
                <a:ea typeface="Montserrat"/>
                <a:cs typeface="Montserrat"/>
                <a:sym typeface="Montserrat"/>
              </a:defRPr>
            </a:lvl4pPr>
            <a:lvl5pPr lvl="4">
              <a:spcBef>
                <a:spcPts val="0"/>
              </a:spcBef>
              <a:spcAft>
                <a:spcPts val="0"/>
              </a:spcAft>
              <a:buNone/>
              <a:defRPr>
                <a:latin typeface="Montserrat"/>
                <a:ea typeface="Montserrat"/>
                <a:cs typeface="Montserrat"/>
                <a:sym typeface="Montserrat"/>
              </a:defRPr>
            </a:lvl5pPr>
            <a:lvl6pPr lvl="5">
              <a:spcBef>
                <a:spcPts val="0"/>
              </a:spcBef>
              <a:spcAft>
                <a:spcPts val="0"/>
              </a:spcAft>
              <a:buNone/>
              <a:defRPr>
                <a:latin typeface="Montserrat"/>
                <a:ea typeface="Montserrat"/>
                <a:cs typeface="Montserrat"/>
                <a:sym typeface="Montserrat"/>
              </a:defRPr>
            </a:lvl6pPr>
            <a:lvl7pPr lvl="6">
              <a:spcBef>
                <a:spcPts val="0"/>
              </a:spcBef>
              <a:spcAft>
                <a:spcPts val="0"/>
              </a:spcAft>
              <a:buNone/>
              <a:defRPr>
                <a:latin typeface="Montserrat"/>
                <a:ea typeface="Montserrat"/>
                <a:cs typeface="Montserrat"/>
                <a:sym typeface="Montserrat"/>
              </a:defRPr>
            </a:lvl7pPr>
            <a:lvl8pPr lvl="7">
              <a:spcBef>
                <a:spcPts val="0"/>
              </a:spcBef>
              <a:spcAft>
                <a:spcPts val="0"/>
              </a:spcAft>
              <a:buNone/>
              <a:defRPr>
                <a:latin typeface="Montserrat"/>
                <a:ea typeface="Montserrat"/>
                <a:cs typeface="Montserrat"/>
                <a:sym typeface="Montserrat"/>
              </a:defRPr>
            </a:lvl8pPr>
            <a:lvl9pPr lvl="8">
              <a:spcBef>
                <a:spcPts val="0"/>
              </a:spcBef>
              <a:spcAft>
                <a:spcPts val="0"/>
              </a:spcAft>
              <a:buNone/>
              <a:defRPr>
                <a:latin typeface="Montserrat"/>
                <a:ea typeface="Montserrat"/>
                <a:cs typeface="Montserrat"/>
                <a:sym typeface="Montserrat"/>
              </a:defRPr>
            </a:lvl9pPr>
          </a:lstStyle>
          <a:p/>
        </p:txBody>
      </p:sp>
      <p:sp>
        <p:nvSpPr>
          <p:cNvPr id="68" name="Google Shape;68;p16"/>
          <p:cNvSpPr txBox="1"/>
          <p:nvPr>
            <p:ph idx="1" type="subTitle"/>
          </p:nvPr>
        </p:nvSpPr>
        <p:spPr>
          <a:xfrm>
            <a:off x="2462575" y="2959018"/>
            <a:ext cx="4218600" cy="734100"/>
          </a:xfrm>
          <a:prstGeom prst="rect">
            <a:avLst/>
          </a:prstGeom>
        </p:spPr>
        <p:txBody>
          <a:bodyPr anchorCtr="0" anchor="t" bIns="91425" lIns="91425" spcFirstLastPara="1" rIns="91425" wrap="square" tIns="91425">
            <a:noAutofit/>
          </a:bodyPr>
          <a:lstStyle>
            <a:lvl1pPr lvl="0" algn="ctr">
              <a:spcBef>
                <a:spcPts val="0"/>
              </a:spcBef>
              <a:spcAft>
                <a:spcPts val="0"/>
              </a:spcAft>
              <a:buNone/>
              <a:defRPr>
                <a:solidFill>
                  <a:schemeClr val="dk1"/>
                </a:solidFill>
              </a:defRPr>
            </a:lvl1pPr>
            <a:lvl2pPr lvl="1">
              <a:spcBef>
                <a:spcPts val="160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9" name="Shape 69"/>
        <p:cNvGrpSpPr/>
        <p:nvPr/>
      </p:nvGrpSpPr>
      <p:grpSpPr>
        <a:xfrm>
          <a:off x="0" y="0"/>
          <a:ext cx="0" cy="0"/>
          <a:chOff x="0" y="0"/>
          <a:chExt cx="0" cy="0"/>
        </a:xfrm>
      </p:grpSpPr>
      <p:sp>
        <p:nvSpPr>
          <p:cNvPr id="70" name="Google Shape;70;p17"/>
          <p:cNvSpPr txBox="1"/>
          <p:nvPr/>
        </p:nvSpPr>
        <p:spPr>
          <a:xfrm>
            <a:off x="4583948" y="4517225"/>
            <a:ext cx="4192800" cy="3072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 sz="700">
                <a:solidFill>
                  <a:schemeClr val="accent2"/>
                </a:solidFill>
                <a:latin typeface="Montserrat"/>
                <a:ea typeface="Montserrat"/>
                <a:cs typeface="Montserrat"/>
                <a:sym typeface="Montserrat"/>
              </a:rPr>
              <a:t>‹#›</a:t>
            </a:fld>
            <a:endParaRPr b="1" sz="700">
              <a:solidFill>
                <a:schemeClr val="accent2"/>
              </a:solidFill>
              <a:latin typeface="Montserrat"/>
              <a:ea typeface="Montserrat"/>
              <a:cs typeface="Montserrat"/>
              <a:sym typeface="Montserrat"/>
            </a:endParaRPr>
          </a:p>
        </p:txBody>
      </p:sp>
      <p:pic>
        <p:nvPicPr>
          <p:cNvPr descr=" " id="71" name="Google Shape;71;p17"/>
          <p:cNvPicPr preferRelativeResize="0"/>
          <p:nvPr/>
        </p:nvPicPr>
        <p:blipFill>
          <a:blip r:embed="rId2">
            <a:alphaModFix/>
          </a:blip>
          <a:stretch>
            <a:fillRect/>
          </a:stretch>
        </p:blipFill>
        <p:spPr>
          <a:xfrm>
            <a:off x="407175" y="4539121"/>
            <a:ext cx="776077" cy="263400"/>
          </a:xfrm>
          <a:prstGeom prst="rect">
            <a:avLst/>
          </a:prstGeom>
          <a:noFill/>
          <a:ln>
            <a:noFill/>
          </a:ln>
        </p:spPr>
      </p:pic>
      <p:sp>
        <p:nvSpPr>
          <p:cNvPr id="72" name="Google Shape;72;p17"/>
          <p:cNvSpPr txBox="1"/>
          <p:nvPr>
            <p:ph type="title"/>
          </p:nvPr>
        </p:nvSpPr>
        <p:spPr>
          <a:xfrm>
            <a:off x="311700" y="587975"/>
            <a:ext cx="6551100" cy="6579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rgbClr val="57068C"/>
              </a:buClr>
              <a:buSzPts val="4800"/>
              <a:buNone/>
              <a:defRPr sz="4800">
                <a:solidFill>
                  <a:srgbClr val="57068C"/>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3" name="Google Shape;73;p17"/>
          <p:cNvSpPr txBox="1"/>
          <p:nvPr>
            <p:ph idx="1" type="body"/>
          </p:nvPr>
        </p:nvSpPr>
        <p:spPr>
          <a:xfrm>
            <a:off x="311700" y="1448400"/>
            <a:ext cx="6551100" cy="2246700"/>
          </a:xfrm>
          <a:prstGeom prst="rect">
            <a:avLst/>
          </a:prstGeom>
        </p:spPr>
        <p:txBody>
          <a:bodyPr anchorCtr="0" anchor="t" bIns="91425" lIns="91425" spcFirstLastPara="1" rIns="91425" wrap="square" tIns="91425">
            <a:noAutofit/>
          </a:bodyPr>
          <a:lstStyle>
            <a:lvl1pPr indent="-342900" lvl="0" marL="457200">
              <a:lnSpc>
                <a:spcPct val="125000"/>
              </a:lnSpc>
              <a:spcBef>
                <a:spcPts val="0"/>
              </a:spcBef>
              <a:spcAft>
                <a:spcPts val="0"/>
              </a:spcAft>
              <a:buSzPts val="1800"/>
              <a:buChar char="●"/>
              <a:defRPr/>
            </a:lvl1pPr>
            <a:lvl2pPr indent="-317500" lvl="1" marL="914400">
              <a:spcBef>
                <a:spcPts val="1000"/>
              </a:spcBef>
              <a:spcAft>
                <a:spcPts val="0"/>
              </a:spcAft>
              <a:buSzPts val="1400"/>
              <a:buChar char="○"/>
              <a:defRPr/>
            </a:lvl2pPr>
            <a:lvl3pPr indent="-317500" lvl="2" marL="1371600">
              <a:spcBef>
                <a:spcPts val="1000"/>
              </a:spcBef>
              <a:spcAft>
                <a:spcPts val="0"/>
              </a:spcAft>
              <a:buSzPts val="1400"/>
              <a:buChar char="■"/>
              <a:defRPr/>
            </a:lvl3pPr>
            <a:lvl4pPr indent="-317500" lvl="3" marL="1828800">
              <a:spcBef>
                <a:spcPts val="1000"/>
              </a:spcBef>
              <a:spcAft>
                <a:spcPts val="0"/>
              </a:spcAft>
              <a:buSzPts val="1400"/>
              <a:buChar char="●"/>
              <a:defRPr/>
            </a:lvl4pPr>
            <a:lvl5pPr indent="-317500" lvl="4" marL="2286000">
              <a:spcBef>
                <a:spcPts val="1000"/>
              </a:spcBef>
              <a:spcAft>
                <a:spcPts val="0"/>
              </a:spcAft>
              <a:buSzPts val="1400"/>
              <a:buChar char="○"/>
              <a:defRPr/>
            </a:lvl5pPr>
            <a:lvl6pPr indent="-317500" lvl="5" marL="2743200">
              <a:spcBef>
                <a:spcPts val="1000"/>
              </a:spcBef>
              <a:spcAft>
                <a:spcPts val="0"/>
              </a:spcAft>
              <a:buSzPts val="1400"/>
              <a:buChar char="■"/>
              <a:defRPr/>
            </a:lvl6pPr>
            <a:lvl7pPr indent="-317500" lvl="6" marL="3200400">
              <a:spcBef>
                <a:spcPts val="1000"/>
              </a:spcBef>
              <a:spcAft>
                <a:spcPts val="0"/>
              </a:spcAft>
              <a:buSzPts val="1400"/>
              <a:buChar char="●"/>
              <a:defRPr/>
            </a:lvl7pPr>
            <a:lvl8pPr indent="-317500" lvl="7" marL="3657600">
              <a:spcBef>
                <a:spcPts val="1000"/>
              </a:spcBef>
              <a:spcAft>
                <a:spcPts val="0"/>
              </a:spcAft>
              <a:buSzPts val="1400"/>
              <a:buChar char="○"/>
              <a:defRPr/>
            </a:lvl8pPr>
            <a:lvl9pPr indent="-317500" lvl="8" marL="4114800">
              <a:spcBef>
                <a:spcPts val="1000"/>
              </a:spcBef>
              <a:spcAft>
                <a:spcPts val="1000"/>
              </a:spcAft>
              <a:buSzPts val="1400"/>
              <a:buChar char="■"/>
              <a:defRPr/>
            </a:lvl9pPr>
          </a:lstStyle>
          <a:p/>
        </p:txBody>
      </p:sp>
      <p:pic>
        <p:nvPicPr>
          <p:cNvPr id="74" name="Google Shape;74;p17"/>
          <p:cNvPicPr preferRelativeResize="0"/>
          <p:nvPr/>
        </p:nvPicPr>
        <p:blipFill rotWithShape="1">
          <a:blip r:embed="rId3">
            <a:alphaModFix/>
          </a:blip>
          <a:srcRect b="0" l="0" r="0" t="29770"/>
          <a:stretch/>
        </p:blipFill>
        <p:spPr>
          <a:xfrm>
            <a:off x="0" y="1"/>
            <a:ext cx="9144003" cy="263400"/>
          </a:xfrm>
          <a:prstGeom prst="rect">
            <a:avLst/>
          </a:prstGeom>
          <a:noFill/>
          <a:ln>
            <a:noFill/>
          </a:ln>
        </p:spPr>
      </p:pic>
    </p:spTree>
  </p:cSld>
  <p:clrMapOvr>
    <a:masterClrMapping/>
  </p:clrMapOvr>
  <p:extLst>
    <p:ext uri="{DCECCB84-F9BA-43D5-87BE-67443E8EF086}">
      <p15:sldGuideLst>
        <p15:guide id="1" orient="horz" pos="432">
          <p15:clr>
            <a:srgbClr val="FA7B17"/>
          </p15:clr>
        </p15:guide>
      </p15:sldGuideLst>
    </p:ext>
  </p:extLs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5" name="Shape 75"/>
        <p:cNvGrpSpPr/>
        <p:nvPr/>
      </p:nvGrpSpPr>
      <p:grpSpPr>
        <a:xfrm>
          <a:off x="0" y="0"/>
          <a:ext cx="0" cy="0"/>
          <a:chOff x="0" y="0"/>
          <a:chExt cx="0" cy="0"/>
        </a:xfrm>
      </p:grpSpPr>
      <p:sp>
        <p:nvSpPr>
          <p:cNvPr id="76" name="Google Shape;76;p18"/>
          <p:cNvSpPr txBox="1"/>
          <p:nvPr>
            <p:ph type="title"/>
          </p:nvPr>
        </p:nvSpPr>
        <p:spPr>
          <a:xfrm>
            <a:off x="311700" y="587970"/>
            <a:ext cx="4945500" cy="11373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rgbClr val="57068C"/>
              </a:buClr>
              <a:buSzPts val="4800"/>
              <a:buNone/>
              <a:defRPr sz="4800">
                <a:solidFill>
                  <a:srgbClr val="57068C"/>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7" name="Google Shape;77;p18"/>
          <p:cNvSpPr txBox="1"/>
          <p:nvPr>
            <p:ph idx="1" type="body"/>
          </p:nvPr>
        </p:nvSpPr>
        <p:spPr>
          <a:xfrm>
            <a:off x="311700" y="2467949"/>
            <a:ext cx="3999900" cy="1807800"/>
          </a:xfrm>
          <a:prstGeom prst="rect">
            <a:avLst/>
          </a:prstGeom>
        </p:spPr>
        <p:txBody>
          <a:bodyPr anchorCtr="0" anchor="t" bIns="91425" lIns="91425" spcFirstLastPara="1" rIns="91425" wrap="square" tIns="91425">
            <a:noAutofit/>
          </a:bodyPr>
          <a:lstStyle>
            <a:lvl1pPr indent="-304800" lvl="0" marL="457200">
              <a:lnSpc>
                <a:spcPct val="125000"/>
              </a:lnSpc>
              <a:spcBef>
                <a:spcPts val="0"/>
              </a:spcBef>
              <a:spcAft>
                <a:spcPts val="0"/>
              </a:spcAft>
              <a:buSzPts val="1200"/>
              <a:buChar char="●"/>
              <a:defRPr sz="1200"/>
            </a:lvl1pPr>
            <a:lvl2pPr indent="-304800" lvl="1" marL="914400">
              <a:lnSpc>
                <a:spcPct val="125000"/>
              </a:lnSpc>
              <a:spcBef>
                <a:spcPts val="800"/>
              </a:spcBef>
              <a:spcAft>
                <a:spcPts val="0"/>
              </a:spcAft>
              <a:buSzPts val="1200"/>
              <a:buChar char="○"/>
              <a:defRPr sz="1200"/>
            </a:lvl2pPr>
            <a:lvl3pPr indent="-304800" lvl="2" marL="1371600">
              <a:lnSpc>
                <a:spcPct val="125000"/>
              </a:lnSpc>
              <a:spcBef>
                <a:spcPts val="800"/>
              </a:spcBef>
              <a:spcAft>
                <a:spcPts val="0"/>
              </a:spcAft>
              <a:buSzPts val="1200"/>
              <a:buChar char="■"/>
              <a:defRPr sz="1200"/>
            </a:lvl3pPr>
            <a:lvl4pPr indent="-304800" lvl="3" marL="1828800">
              <a:lnSpc>
                <a:spcPct val="125000"/>
              </a:lnSpc>
              <a:spcBef>
                <a:spcPts val="800"/>
              </a:spcBef>
              <a:spcAft>
                <a:spcPts val="0"/>
              </a:spcAft>
              <a:buSzPts val="1200"/>
              <a:buChar char="●"/>
              <a:defRPr sz="1200"/>
            </a:lvl4pPr>
            <a:lvl5pPr indent="-304800" lvl="4" marL="2286000">
              <a:lnSpc>
                <a:spcPct val="125000"/>
              </a:lnSpc>
              <a:spcBef>
                <a:spcPts val="800"/>
              </a:spcBef>
              <a:spcAft>
                <a:spcPts val="0"/>
              </a:spcAft>
              <a:buSzPts val="1200"/>
              <a:buChar char="○"/>
              <a:defRPr sz="1200"/>
            </a:lvl5pPr>
            <a:lvl6pPr indent="-304800" lvl="5" marL="2743200">
              <a:lnSpc>
                <a:spcPct val="125000"/>
              </a:lnSpc>
              <a:spcBef>
                <a:spcPts val="800"/>
              </a:spcBef>
              <a:spcAft>
                <a:spcPts val="0"/>
              </a:spcAft>
              <a:buSzPts val="1200"/>
              <a:buChar char="■"/>
              <a:defRPr sz="1200"/>
            </a:lvl6pPr>
            <a:lvl7pPr indent="-304800" lvl="6" marL="3200400">
              <a:lnSpc>
                <a:spcPct val="125000"/>
              </a:lnSpc>
              <a:spcBef>
                <a:spcPts val="800"/>
              </a:spcBef>
              <a:spcAft>
                <a:spcPts val="0"/>
              </a:spcAft>
              <a:buSzPts val="1200"/>
              <a:buChar char="●"/>
              <a:defRPr sz="1200"/>
            </a:lvl7pPr>
            <a:lvl8pPr indent="-304800" lvl="7" marL="3657600">
              <a:lnSpc>
                <a:spcPct val="125000"/>
              </a:lnSpc>
              <a:spcBef>
                <a:spcPts val="800"/>
              </a:spcBef>
              <a:spcAft>
                <a:spcPts val="0"/>
              </a:spcAft>
              <a:buSzPts val="1200"/>
              <a:buChar char="○"/>
              <a:defRPr sz="1200"/>
            </a:lvl8pPr>
            <a:lvl9pPr indent="-304800" lvl="8" marL="4114800">
              <a:lnSpc>
                <a:spcPct val="125000"/>
              </a:lnSpc>
              <a:spcBef>
                <a:spcPts val="800"/>
              </a:spcBef>
              <a:spcAft>
                <a:spcPts val="800"/>
              </a:spcAft>
              <a:buSzPts val="1200"/>
              <a:buChar char="■"/>
              <a:defRPr sz="1200"/>
            </a:lvl9pPr>
          </a:lstStyle>
          <a:p/>
        </p:txBody>
      </p:sp>
      <p:sp>
        <p:nvSpPr>
          <p:cNvPr id="78" name="Google Shape;78;p18"/>
          <p:cNvSpPr txBox="1"/>
          <p:nvPr>
            <p:ph idx="2" type="body"/>
          </p:nvPr>
        </p:nvSpPr>
        <p:spPr>
          <a:xfrm>
            <a:off x="4619925" y="2467949"/>
            <a:ext cx="3999900" cy="1807800"/>
          </a:xfrm>
          <a:prstGeom prst="rect">
            <a:avLst/>
          </a:prstGeom>
        </p:spPr>
        <p:txBody>
          <a:bodyPr anchorCtr="0" anchor="t" bIns="91425" lIns="91425" spcFirstLastPara="1" rIns="91425" wrap="square" tIns="91425">
            <a:noAutofit/>
          </a:bodyPr>
          <a:lstStyle>
            <a:lvl1pPr indent="-304800" lvl="0" marL="457200">
              <a:lnSpc>
                <a:spcPct val="125000"/>
              </a:lnSpc>
              <a:spcBef>
                <a:spcPts val="0"/>
              </a:spcBef>
              <a:spcAft>
                <a:spcPts val="0"/>
              </a:spcAft>
              <a:buSzPts val="1200"/>
              <a:buChar char="●"/>
              <a:defRPr sz="1200"/>
            </a:lvl1pPr>
            <a:lvl2pPr indent="-304800" lvl="1" marL="914400">
              <a:lnSpc>
                <a:spcPct val="125000"/>
              </a:lnSpc>
              <a:spcBef>
                <a:spcPts val="800"/>
              </a:spcBef>
              <a:spcAft>
                <a:spcPts val="0"/>
              </a:spcAft>
              <a:buSzPts val="1200"/>
              <a:buChar char="○"/>
              <a:defRPr sz="1200"/>
            </a:lvl2pPr>
            <a:lvl3pPr indent="-304800" lvl="2" marL="1371600">
              <a:lnSpc>
                <a:spcPct val="125000"/>
              </a:lnSpc>
              <a:spcBef>
                <a:spcPts val="800"/>
              </a:spcBef>
              <a:spcAft>
                <a:spcPts val="0"/>
              </a:spcAft>
              <a:buSzPts val="1200"/>
              <a:buChar char="■"/>
              <a:defRPr sz="1200"/>
            </a:lvl3pPr>
            <a:lvl4pPr indent="-304800" lvl="3" marL="1828800">
              <a:lnSpc>
                <a:spcPct val="125000"/>
              </a:lnSpc>
              <a:spcBef>
                <a:spcPts val="800"/>
              </a:spcBef>
              <a:spcAft>
                <a:spcPts val="0"/>
              </a:spcAft>
              <a:buSzPts val="1200"/>
              <a:buChar char="●"/>
              <a:defRPr sz="1200"/>
            </a:lvl4pPr>
            <a:lvl5pPr indent="-304800" lvl="4" marL="2286000">
              <a:lnSpc>
                <a:spcPct val="125000"/>
              </a:lnSpc>
              <a:spcBef>
                <a:spcPts val="800"/>
              </a:spcBef>
              <a:spcAft>
                <a:spcPts val="0"/>
              </a:spcAft>
              <a:buSzPts val="1200"/>
              <a:buChar char="○"/>
              <a:defRPr sz="1200"/>
            </a:lvl5pPr>
            <a:lvl6pPr indent="-304800" lvl="5" marL="2743200">
              <a:lnSpc>
                <a:spcPct val="125000"/>
              </a:lnSpc>
              <a:spcBef>
                <a:spcPts val="800"/>
              </a:spcBef>
              <a:spcAft>
                <a:spcPts val="0"/>
              </a:spcAft>
              <a:buSzPts val="1200"/>
              <a:buChar char="■"/>
              <a:defRPr sz="1200"/>
            </a:lvl6pPr>
            <a:lvl7pPr indent="-304800" lvl="6" marL="3200400">
              <a:lnSpc>
                <a:spcPct val="125000"/>
              </a:lnSpc>
              <a:spcBef>
                <a:spcPts val="800"/>
              </a:spcBef>
              <a:spcAft>
                <a:spcPts val="0"/>
              </a:spcAft>
              <a:buSzPts val="1200"/>
              <a:buChar char="●"/>
              <a:defRPr sz="1200"/>
            </a:lvl7pPr>
            <a:lvl8pPr indent="-304800" lvl="7" marL="3657600">
              <a:lnSpc>
                <a:spcPct val="125000"/>
              </a:lnSpc>
              <a:spcBef>
                <a:spcPts val="800"/>
              </a:spcBef>
              <a:spcAft>
                <a:spcPts val="0"/>
              </a:spcAft>
              <a:buSzPts val="1200"/>
              <a:buChar char="○"/>
              <a:defRPr sz="1200"/>
            </a:lvl8pPr>
            <a:lvl9pPr indent="-304800" lvl="8" marL="4114800">
              <a:lnSpc>
                <a:spcPct val="125000"/>
              </a:lnSpc>
              <a:spcBef>
                <a:spcPts val="800"/>
              </a:spcBef>
              <a:spcAft>
                <a:spcPts val="800"/>
              </a:spcAft>
              <a:buSzPts val="1200"/>
              <a:buChar char="■"/>
              <a:defRPr sz="1200"/>
            </a:lvl9pPr>
          </a:lstStyle>
          <a:p/>
        </p:txBody>
      </p:sp>
      <p:pic>
        <p:nvPicPr>
          <p:cNvPr descr=" " id="79" name="Google Shape;79;p18"/>
          <p:cNvPicPr preferRelativeResize="0"/>
          <p:nvPr/>
        </p:nvPicPr>
        <p:blipFill>
          <a:blip r:embed="rId2">
            <a:alphaModFix/>
          </a:blip>
          <a:stretch>
            <a:fillRect/>
          </a:stretch>
        </p:blipFill>
        <p:spPr>
          <a:xfrm>
            <a:off x="407175" y="4539121"/>
            <a:ext cx="776077" cy="263400"/>
          </a:xfrm>
          <a:prstGeom prst="rect">
            <a:avLst/>
          </a:prstGeom>
          <a:noFill/>
          <a:ln>
            <a:noFill/>
          </a:ln>
        </p:spPr>
      </p:pic>
      <p:sp>
        <p:nvSpPr>
          <p:cNvPr id="80" name="Google Shape;80;p18"/>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 sz="700">
                <a:solidFill>
                  <a:schemeClr val="accent2"/>
                </a:solidFill>
                <a:latin typeface="Montserrat"/>
                <a:ea typeface="Montserrat"/>
                <a:cs typeface="Montserrat"/>
                <a:sym typeface="Montserrat"/>
              </a:rPr>
              <a:t>‹#›</a:t>
            </a:fld>
            <a:endParaRPr b="1" sz="700">
              <a:solidFill>
                <a:schemeClr val="accent2"/>
              </a:solidFill>
              <a:latin typeface="Montserrat"/>
              <a:ea typeface="Montserrat"/>
              <a:cs typeface="Montserrat"/>
              <a:sym typeface="Montserrat"/>
            </a:endParaRPr>
          </a:p>
        </p:txBody>
      </p:sp>
      <p:sp>
        <p:nvSpPr>
          <p:cNvPr id="81" name="Google Shape;81;p18"/>
          <p:cNvSpPr txBox="1"/>
          <p:nvPr>
            <p:ph idx="3" type="subTitle"/>
          </p:nvPr>
        </p:nvSpPr>
        <p:spPr>
          <a:xfrm>
            <a:off x="311700" y="2054620"/>
            <a:ext cx="3999900" cy="411600"/>
          </a:xfrm>
          <a:prstGeom prst="rect">
            <a:avLst/>
          </a:prstGeom>
        </p:spPr>
        <p:txBody>
          <a:bodyPr anchorCtr="0" anchor="t" bIns="91425" lIns="91425" spcFirstLastPara="1" rIns="91425" wrap="square" tIns="91425">
            <a:noAutofit/>
          </a:bodyPr>
          <a:lstStyle>
            <a:lvl1pPr lvl="0">
              <a:spcBef>
                <a:spcPts val="0"/>
              </a:spcBef>
              <a:spcAft>
                <a:spcPts val="0"/>
              </a:spcAft>
              <a:buNone/>
              <a:defRPr b="1" sz="1400">
                <a:solidFill>
                  <a:schemeClr val="dk1"/>
                </a:solidFill>
              </a:defRPr>
            </a:lvl1pPr>
            <a:lvl2pPr lvl="1">
              <a:spcBef>
                <a:spcPts val="160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82" name="Google Shape;82;p18"/>
          <p:cNvSpPr txBox="1"/>
          <p:nvPr>
            <p:ph idx="4" type="subTitle"/>
          </p:nvPr>
        </p:nvSpPr>
        <p:spPr>
          <a:xfrm>
            <a:off x="4619925" y="2054620"/>
            <a:ext cx="3999900" cy="411600"/>
          </a:xfrm>
          <a:prstGeom prst="rect">
            <a:avLst/>
          </a:prstGeom>
        </p:spPr>
        <p:txBody>
          <a:bodyPr anchorCtr="0" anchor="t" bIns="91425" lIns="91425" spcFirstLastPara="1" rIns="91425" wrap="square" tIns="91425">
            <a:noAutofit/>
          </a:bodyPr>
          <a:lstStyle>
            <a:lvl1pPr lvl="0">
              <a:spcBef>
                <a:spcPts val="0"/>
              </a:spcBef>
              <a:spcAft>
                <a:spcPts val="0"/>
              </a:spcAft>
              <a:buNone/>
              <a:defRPr b="1" sz="1400">
                <a:solidFill>
                  <a:schemeClr val="dk1"/>
                </a:solidFill>
              </a:defRPr>
            </a:lvl1pPr>
            <a:lvl2pPr lvl="1">
              <a:spcBef>
                <a:spcPts val="160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pic>
        <p:nvPicPr>
          <p:cNvPr id="83" name="Google Shape;83;p18"/>
          <p:cNvPicPr preferRelativeResize="0"/>
          <p:nvPr/>
        </p:nvPicPr>
        <p:blipFill rotWithShape="1">
          <a:blip r:embed="rId3">
            <a:alphaModFix/>
          </a:blip>
          <a:srcRect b="0" l="0" r="0" t="29770"/>
          <a:stretch/>
        </p:blipFill>
        <p:spPr>
          <a:xfrm>
            <a:off x="0" y="1"/>
            <a:ext cx="9144003" cy="263400"/>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4" name="Shape 84"/>
        <p:cNvGrpSpPr/>
        <p:nvPr/>
      </p:nvGrpSpPr>
      <p:grpSpPr>
        <a:xfrm>
          <a:off x="0" y="0"/>
          <a:ext cx="0" cy="0"/>
          <a:chOff x="0" y="0"/>
          <a:chExt cx="0" cy="0"/>
        </a:xfrm>
      </p:grpSpPr>
      <p:sp>
        <p:nvSpPr>
          <p:cNvPr id="85" name="Google Shape;85;p19"/>
          <p:cNvSpPr txBox="1"/>
          <p:nvPr>
            <p:ph type="title"/>
          </p:nvPr>
        </p:nvSpPr>
        <p:spPr>
          <a:xfrm>
            <a:off x="311700" y="530680"/>
            <a:ext cx="8424900" cy="572700"/>
          </a:xfrm>
          <a:prstGeom prst="rect">
            <a:avLst/>
          </a:prstGeom>
        </p:spPr>
        <p:txBody>
          <a:bodyPr anchorCtr="0" anchor="t" bIns="91425" lIns="91425" spcFirstLastPara="1" rIns="91425" wrap="square" tIns="91425">
            <a:noAutofit/>
          </a:bodyPr>
          <a:lstStyle>
            <a:lvl1pPr lvl="0">
              <a:spcBef>
                <a:spcPts val="0"/>
              </a:spcBef>
              <a:spcAft>
                <a:spcPts val="0"/>
              </a:spcAft>
              <a:buClr>
                <a:srgbClr val="57068C"/>
              </a:buClr>
              <a:buSzPts val="3600"/>
              <a:buNone/>
              <a:defRPr>
                <a:solidFill>
                  <a:srgbClr val="57068C"/>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descr=" " id="86" name="Google Shape;86;p19"/>
          <p:cNvPicPr preferRelativeResize="0"/>
          <p:nvPr/>
        </p:nvPicPr>
        <p:blipFill>
          <a:blip r:embed="rId2">
            <a:alphaModFix/>
          </a:blip>
          <a:stretch>
            <a:fillRect/>
          </a:stretch>
        </p:blipFill>
        <p:spPr>
          <a:xfrm>
            <a:off x="407175" y="4539121"/>
            <a:ext cx="776077" cy="263400"/>
          </a:xfrm>
          <a:prstGeom prst="rect">
            <a:avLst/>
          </a:prstGeom>
          <a:noFill/>
          <a:ln>
            <a:noFill/>
          </a:ln>
        </p:spPr>
      </p:pic>
      <p:sp>
        <p:nvSpPr>
          <p:cNvPr id="87" name="Google Shape;87;p19"/>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 sz="700">
                <a:solidFill>
                  <a:schemeClr val="accent2"/>
                </a:solidFill>
                <a:latin typeface="Montserrat"/>
                <a:ea typeface="Montserrat"/>
                <a:cs typeface="Montserrat"/>
                <a:sym typeface="Montserrat"/>
              </a:rPr>
              <a:t>‹#›</a:t>
            </a:fld>
            <a:endParaRPr b="1" sz="700">
              <a:solidFill>
                <a:schemeClr val="accent2"/>
              </a:solidFill>
              <a:latin typeface="Montserrat"/>
              <a:ea typeface="Montserrat"/>
              <a:cs typeface="Montserrat"/>
              <a:sym typeface="Montserrat"/>
            </a:endParaRPr>
          </a:p>
        </p:txBody>
      </p:sp>
      <p:pic>
        <p:nvPicPr>
          <p:cNvPr id="88" name="Google Shape;88;p19"/>
          <p:cNvPicPr preferRelativeResize="0"/>
          <p:nvPr/>
        </p:nvPicPr>
        <p:blipFill rotWithShape="1">
          <a:blip r:embed="rId3">
            <a:alphaModFix/>
          </a:blip>
          <a:srcRect b="0" l="0" r="0" t="29770"/>
          <a:stretch/>
        </p:blipFill>
        <p:spPr>
          <a:xfrm>
            <a:off x="0" y="1"/>
            <a:ext cx="9144003" cy="26340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89" name="Shape 89"/>
        <p:cNvGrpSpPr/>
        <p:nvPr/>
      </p:nvGrpSpPr>
      <p:grpSpPr>
        <a:xfrm>
          <a:off x="0" y="0"/>
          <a:ext cx="0" cy="0"/>
          <a:chOff x="0" y="0"/>
          <a:chExt cx="0" cy="0"/>
        </a:xfrm>
      </p:grpSpPr>
      <p:sp>
        <p:nvSpPr>
          <p:cNvPr id="90" name="Google Shape;90;p20"/>
          <p:cNvSpPr txBox="1"/>
          <p:nvPr>
            <p:ph type="title"/>
          </p:nvPr>
        </p:nvSpPr>
        <p:spPr>
          <a:xfrm>
            <a:off x="311700" y="708000"/>
            <a:ext cx="3132300" cy="755700"/>
          </a:xfrm>
          <a:prstGeom prst="rect">
            <a:avLst/>
          </a:prstGeom>
        </p:spPr>
        <p:txBody>
          <a:bodyPr anchorCtr="0" anchor="b" bIns="91425" lIns="91425" spcFirstLastPara="1" rIns="91425" wrap="square" tIns="91425">
            <a:noAutofit/>
          </a:bodyPr>
          <a:lstStyle>
            <a:lvl1pPr lvl="0">
              <a:spcBef>
                <a:spcPts val="0"/>
              </a:spcBef>
              <a:spcAft>
                <a:spcPts val="0"/>
              </a:spcAft>
              <a:buClr>
                <a:srgbClr val="57068C"/>
              </a:buClr>
              <a:buSzPts val="2400"/>
              <a:buNone/>
              <a:defRPr sz="2400">
                <a:solidFill>
                  <a:srgbClr val="57068C"/>
                </a:solidFill>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1" name="Google Shape;91;p20"/>
          <p:cNvSpPr txBox="1"/>
          <p:nvPr>
            <p:ph idx="1" type="body"/>
          </p:nvPr>
        </p:nvSpPr>
        <p:spPr>
          <a:xfrm>
            <a:off x="311700" y="1542000"/>
            <a:ext cx="3054600" cy="28860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pic>
        <p:nvPicPr>
          <p:cNvPr descr=" " id="92" name="Google Shape;92;p20"/>
          <p:cNvPicPr preferRelativeResize="0"/>
          <p:nvPr/>
        </p:nvPicPr>
        <p:blipFill>
          <a:blip r:embed="rId2">
            <a:alphaModFix/>
          </a:blip>
          <a:stretch>
            <a:fillRect/>
          </a:stretch>
        </p:blipFill>
        <p:spPr>
          <a:xfrm>
            <a:off x="407175" y="4539121"/>
            <a:ext cx="776077" cy="263400"/>
          </a:xfrm>
          <a:prstGeom prst="rect">
            <a:avLst/>
          </a:prstGeom>
          <a:noFill/>
          <a:ln>
            <a:noFill/>
          </a:ln>
        </p:spPr>
      </p:pic>
      <p:sp>
        <p:nvSpPr>
          <p:cNvPr id="93" name="Google Shape;93;p20"/>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 sz="700">
                <a:solidFill>
                  <a:schemeClr val="accent2"/>
                </a:solidFill>
                <a:latin typeface="Montserrat"/>
                <a:ea typeface="Montserrat"/>
                <a:cs typeface="Montserrat"/>
                <a:sym typeface="Montserrat"/>
              </a:rPr>
              <a:t>‹#›</a:t>
            </a:fld>
            <a:endParaRPr b="1" sz="700">
              <a:solidFill>
                <a:schemeClr val="accent2"/>
              </a:solidFill>
              <a:latin typeface="Montserrat"/>
              <a:ea typeface="Montserrat"/>
              <a:cs typeface="Montserrat"/>
              <a:sym typeface="Montserrat"/>
            </a:endParaRPr>
          </a:p>
        </p:txBody>
      </p:sp>
      <p:pic>
        <p:nvPicPr>
          <p:cNvPr id="94" name="Google Shape;94;p20"/>
          <p:cNvPicPr preferRelativeResize="0"/>
          <p:nvPr/>
        </p:nvPicPr>
        <p:blipFill rotWithShape="1">
          <a:blip r:embed="rId3">
            <a:alphaModFix/>
          </a:blip>
          <a:srcRect b="0" l="0" r="0" t="29770"/>
          <a:stretch/>
        </p:blipFill>
        <p:spPr>
          <a:xfrm>
            <a:off x="0" y="1"/>
            <a:ext cx="9144003" cy="263400"/>
          </a:xfrm>
          <a:prstGeom prst="rect">
            <a:avLst/>
          </a:prstGeom>
          <a:noFill/>
          <a:ln>
            <a:noFill/>
          </a:ln>
        </p:spPr>
      </p:pic>
    </p:spTree>
  </p:cSld>
  <p:clrMapOvr>
    <a:masterClrMapping/>
  </p:clrMapOvr>
  <p:extLst>
    <p:ext uri="{DCECCB84-F9BA-43D5-87BE-67443E8EF086}">
      <p15:sldGuideLst>
        <p15:guide id="1" orient="horz" pos="432">
          <p15:clr>
            <a:srgbClr val="FA7B17"/>
          </p15:clr>
        </p15:guide>
      </p15:sldGuideLst>
    </p:ext>
  </p:extLs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95" name="Shape 95"/>
        <p:cNvGrpSpPr/>
        <p:nvPr/>
      </p:nvGrpSpPr>
      <p:grpSpPr>
        <a:xfrm>
          <a:off x="0" y="0"/>
          <a:ext cx="0" cy="0"/>
          <a:chOff x="0" y="0"/>
          <a:chExt cx="0" cy="0"/>
        </a:xfrm>
      </p:grpSpPr>
      <p:sp>
        <p:nvSpPr>
          <p:cNvPr id="96" name="Google Shape;96;p21"/>
          <p:cNvSpPr txBox="1"/>
          <p:nvPr>
            <p:ph type="title"/>
          </p:nvPr>
        </p:nvSpPr>
        <p:spPr>
          <a:xfrm>
            <a:off x="1772975" y="528144"/>
            <a:ext cx="5597700" cy="24753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Clr>
                <a:srgbClr val="57068C"/>
              </a:buClr>
              <a:buSzPts val="5600"/>
              <a:buNone/>
              <a:defRPr sz="5600">
                <a:solidFill>
                  <a:srgbClr val="57068C"/>
                </a:solidFill>
              </a:defRPr>
            </a:lvl1pPr>
            <a:lvl2pPr lvl="1">
              <a:lnSpc>
                <a:spcPct val="80000"/>
              </a:lnSpc>
              <a:spcBef>
                <a:spcPts val="0"/>
              </a:spcBef>
              <a:spcAft>
                <a:spcPts val="0"/>
              </a:spcAft>
              <a:buSzPts val="4800"/>
              <a:buNone/>
              <a:defRPr sz="4800"/>
            </a:lvl2pPr>
            <a:lvl3pPr lvl="2">
              <a:lnSpc>
                <a:spcPct val="80000"/>
              </a:lnSpc>
              <a:spcBef>
                <a:spcPts val="0"/>
              </a:spcBef>
              <a:spcAft>
                <a:spcPts val="0"/>
              </a:spcAft>
              <a:buSzPts val="4800"/>
              <a:buNone/>
              <a:defRPr sz="4800"/>
            </a:lvl3pPr>
            <a:lvl4pPr lvl="3">
              <a:lnSpc>
                <a:spcPct val="80000"/>
              </a:lnSpc>
              <a:spcBef>
                <a:spcPts val="0"/>
              </a:spcBef>
              <a:spcAft>
                <a:spcPts val="0"/>
              </a:spcAft>
              <a:buSzPts val="4800"/>
              <a:buNone/>
              <a:defRPr sz="4800"/>
            </a:lvl4pPr>
            <a:lvl5pPr lvl="4">
              <a:lnSpc>
                <a:spcPct val="80000"/>
              </a:lnSpc>
              <a:spcBef>
                <a:spcPts val="0"/>
              </a:spcBef>
              <a:spcAft>
                <a:spcPts val="0"/>
              </a:spcAft>
              <a:buSzPts val="4800"/>
              <a:buNone/>
              <a:defRPr sz="4800"/>
            </a:lvl5pPr>
            <a:lvl6pPr lvl="5">
              <a:lnSpc>
                <a:spcPct val="80000"/>
              </a:lnSpc>
              <a:spcBef>
                <a:spcPts val="0"/>
              </a:spcBef>
              <a:spcAft>
                <a:spcPts val="0"/>
              </a:spcAft>
              <a:buSzPts val="4800"/>
              <a:buNone/>
              <a:defRPr sz="4800"/>
            </a:lvl6pPr>
            <a:lvl7pPr lvl="6">
              <a:lnSpc>
                <a:spcPct val="80000"/>
              </a:lnSpc>
              <a:spcBef>
                <a:spcPts val="0"/>
              </a:spcBef>
              <a:spcAft>
                <a:spcPts val="0"/>
              </a:spcAft>
              <a:buSzPts val="4800"/>
              <a:buNone/>
              <a:defRPr sz="4800"/>
            </a:lvl7pPr>
            <a:lvl8pPr lvl="7">
              <a:lnSpc>
                <a:spcPct val="80000"/>
              </a:lnSpc>
              <a:spcBef>
                <a:spcPts val="0"/>
              </a:spcBef>
              <a:spcAft>
                <a:spcPts val="0"/>
              </a:spcAft>
              <a:buSzPts val="4800"/>
              <a:buNone/>
              <a:defRPr sz="4800"/>
            </a:lvl8pPr>
            <a:lvl9pPr lvl="8">
              <a:lnSpc>
                <a:spcPct val="80000"/>
              </a:lnSpc>
              <a:spcBef>
                <a:spcPts val="0"/>
              </a:spcBef>
              <a:spcAft>
                <a:spcPts val="0"/>
              </a:spcAft>
              <a:buSzPts val="4800"/>
              <a:buNone/>
              <a:defRPr sz="4800"/>
            </a:lvl9pPr>
          </a:lstStyle>
          <a:p/>
        </p:txBody>
      </p:sp>
      <p:pic>
        <p:nvPicPr>
          <p:cNvPr descr=" " id="97" name="Google Shape;97;p21"/>
          <p:cNvPicPr preferRelativeResize="0"/>
          <p:nvPr/>
        </p:nvPicPr>
        <p:blipFill>
          <a:blip r:embed="rId2">
            <a:alphaModFix/>
          </a:blip>
          <a:stretch>
            <a:fillRect/>
          </a:stretch>
        </p:blipFill>
        <p:spPr>
          <a:xfrm>
            <a:off x="407175" y="4539121"/>
            <a:ext cx="776077" cy="263400"/>
          </a:xfrm>
          <a:prstGeom prst="rect">
            <a:avLst/>
          </a:prstGeom>
          <a:noFill/>
          <a:ln>
            <a:noFill/>
          </a:ln>
        </p:spPr>
      </p:pic>
      <p:sp>
        <p:nvSpPr>
          <p:cNvPr id="98" name="Google Shape;98;p21"/>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 sz="700">
                <a:solidFill>
                  <a:schemeClr val="accent2"/>
                </a:solidFill>
                <a:latin typeface="Montserrat"/>
                <a:ea typeface="Montserrat"/>
                <a:cs typeface="Montserrat"/>
                <a:sym typeface="Montserrat"/>
              </a:rPr>
              <a:t>‹#›</a:t>
            </a:fld>
            <a:endParaRPr b="1" sz="700">
              <a:solidFill>
                <a:schemeClr val="accent2"/>
              </a:solidFill>
              <a:latin typeface="Montserrat"/>
              <a:ea typeface="Montserrat"/>
              <a:cs typeface="Montserrat"/>
              <a:sym typeface="Montserrat"/>
            </a:endParaRPr>
          </a:p>
        </p:txBody>
      </p:sp>
      <p:sp>
        <p:nvSpPr>
          <p:cNvPr id="99" name="Google Shape;99;p21"/>
          <p:cNvSpPr txBox="1"/>
          <p:nvPr>
            <p:ph idx="1" type="body"/>
          </p:nvPr>
        </p:nvSpPr>
        <p:spPr>
          <a:xfrm>
            <a:off x="2120250" y="2660325"/>
            <a:ext cx="4903500" cy="1615500"/>
          </a:xfrm>
          <a:prstGeom prst="rect">
            <a:avLst/>
          </a:prstGeom>
        </p:spPr>
        <p:txBody>
          <a:bodyPr anchorCtr="0" anchor="t" bIns="91425" lIns="91425" spcFirstLastPara="1" rIns="91425" wrap="square" tIns="91425">
            <a:noAutofit/>
          </a:bodyPr>
          <a:lstStyle>
            <a:lvl1pPr indent="-330200" lvl="0" marL="457200" algn="ctr">
              <a:lnSpc>
                <a:spcPct val="125000"/>
              </a:lnSpc>
              <a:spcBef>
                <a:spcPts val="0"/>
              </a:spcBef>
              <a:spcAft>
                <a:spcPts val="0"/>
              </a:spcAft>
              <a:buSzPts val="1600"/>
              <a:buChar char="●"/>
              <a:defRPr sz="1600"/>
            </a:lvl1pPr>
            <a:lvl2pPr indent="-330200" lvl="1" marL="914400" algn="ctr">
              <a:lnSpc>
                <a:spcPct val="125000"/>
              </a:lnSpc>
              <a:spcBef>
                <a:spcPts val="0"/>
              </a:spcBef>
              <a:spcAft>
                <a:spcPts val="0"/>
              </a:spcAft>
              <a:buSzPts val="1600"/>
              <a:buChar char="○"/>
              <a:defRPr sz="1600"/>
            </a:lvl2pPr>
            <a:lvl3pPr indent="-330200" lvl="2" marL="1371600" algn="ctr">
              <a:lnSpc>
                <a:spcPct val="125000"/>
              </a:lnSpc>
              <a:spcBef>
                <a:spcPts val="0"/>
              </a:spcBef>
              <a:spcAft>
                <a:spcPts val="0"/>
              </a:spcAft>
              <a:buSzPts val="1600"/>
              <a:buChar char="■"/>
              <a:defRPr sz="1600"/>
            </a:lvl3pPr>
            <a:lvl4pPr indent="-330200" lvl="3" marL="1828800" algn="ctr">
              <a:lnSpc>
                <a:spcPct val="125000"/>
              </a:lnSpc>
              <a:spcBef>
                <a:spcPts val="0"/>
              </a:spcBef>
              <a:spcAft>
                <a:spcPts val="0"/>
              </a:spcAft>
              <a:buSzPts val="1600"/>
              <a:buChar char="●"/>
              <a:defRPr sz="1600"/>
            </a:lvl4pPr>
            <a:lvl5pPr indent="-330200" lvl="4" marL="2286000" algn="ctr">
              <a:lnSpc>
                <a:spcPct val="125000"/>
              </a:lnSpc>
              <a:spcBef>
                <a:spcPts val="0"/>
              </a:spcBef>
              <a:spcAft>
                <a:spcPts val="0"/>
              </a:spcAft>
              <a:buSzPts val="1600"/>
              <a:buChar char="○"/>
              <a:defRPr sz="1600"/>
            </a:lvl5pPr>
            <a:lvl6pPr indent="-330200" lvl="5" marL="2743200" algn="ctr">
              <a:lnSpc>
                <a:spcPct val="125000"/>
              </a:lnSpc>
              <a:spcBef>
                <a:spcPts val="0"/>
              </a:spcBef>
              <a:spcAft>
                <a:spcPts val="0"/>
              </a:spcAft>
              <a:buSzPts val="1600"/>
              <a:buChar char="■"/>
              <a:defRPr sz="1600"/>
            </a:lvl6pPr>
            <a:lvl7pPr indent="-330200" lvl="6" marL="3200400" algn="ctr">
              <a:lnSpc>
                <a:spcPct val="125000"/>
              </a:lnSpc>
              <a:spcBef>
                <a:spcPts val="0"/>
              </a:spcBef>
              <a:spcAft>
                <a:spcPts val="0"/>
              </a:spcAft>
              <a:buSzPts val="1600"/>
              <a:buChar char="●"/>
              <a:defRPr sz="1600"/>
            </a:lvl7pPr>
            <a:lvl8pPr indent="-330200" lvl="7" marL="3657600" algn="ctr">
              <a:lnSpc>
                <a:spcPct val="125000"/>
              </a:lnSpc>
              <a:spcBef>
                <a:spcPts val="0"/>
              </a:spcBef>
              <a:spcAft>
                <a:spcPts val="0"/>
              </a:spcAft>
              <a:buSzPts val="1600"/>
              <a:buChar char="○"/>
              <a:defRPr sz="1600"/>
            </a:lvl8pPr>
            <a:lvl9pPr indent="-330200" lvl="8" marL="4114800" algn="ctr">
              <a:lnSpc>
                <a:spcPct val="125000"/>
              </a:lnSpc>
              <a:spcBef>
                <a:spcPts val="0"/>
              </a:spcBef>
              <a:spcAft>
                <a:spcPts val="0"/>
              </a:spcAft>
              <a:buSzPts val="1600"/>
              <a:buChar char="■"/>
              <a:defRPr sz="16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00" name="Shape 100"/>
        <p:cNvGrpSpPr/>
        <p:nvPr/>
      </p:nvGrpSpPr>
      <p:grpSpPr>
        <a:xfrm>
          <a:off x="0" y="0"/>
          <a:ext cx="0" cy="0"/>
          <a:chOff x="0" y="0"/>
          <a:chExt cx="0" cy="0"/>
        </a:xfrm>
      </p:grpSpPr>
      <p:sp>
        <p:nvSpPr>
          <p:cNvPr descr=" " id="101" name="Google Shape;101;p22"/>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22"/>
          <p:cNvSpPr txBox="1"/>
          <p:nvPr>
            <p:ph type="title"/>
          </p:nvPr>
        </p:nvSpPr>
        <p:spPr>
          <a:xfrm>
            <a:off x="294375" y="1233175"/>
            <a:ext cx="4079100" cy="14823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Clr>
                <a:srgbClr val="57068C"/>
              </a:buClr>
              <a:buSzPts val="3600"/>
              <a:buNone/>
              <a:defRPr sz="3600">
                <a:solidFill>
                  <a:srgbClr val="57068C"/>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03" name="Google Shape;103;p22"/>
          <p:cNvSpPr txBox="1"/>
          <p:nvPr>
            <p:ph idx="1" type="subTitle"/>
          </p:nvPr>
        </p:nvSpPr>
        <p:spPr>
          <a:xfrm>
            <a:off x="294375" y="2803075"/>
            <a:ext cx="3616800" cy="12351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rgbClr val="9A6ABA"/>
              </a:buClr>
              <a:buSzPts val="1800"/>
              <a:buNone/>
              <a:defRPr>
                <a:solidFill>
                  <a:srgbClr val="9A6ABA"/>
                </a:solidFill>
              </a:defRPr>
            </a:lvl1pPr>
            <a:lvl2pPr lvl="1">
              <a:lnSpc>
                <a:spcPct val="100000"/>
              </a:lnSpc>
              <a:spcBef>
                <a:spcPts val="0"/>
              </a:spcBef>
              <a:spcAft>
                <a:spcPts val="0"/>
              </a:spcAft>
              <a:buSzPts val="2100"/>
              <a:buNone/>
              <a:defRPr sz="2100"/>
            </a:lvl2pPr>
            <a:lvl3pPr lvl="2">
              <a:lnSpc>
                <a:spcPct val="100000"/>
              </a:lnSpc>
              <a:spcBef>
                <a:spcPts val="0"/>
              </a:spcBef>
              <a:spcAft>
                <a:spcPts val="0"/>
              </a:spcAft>
              <a:buSzPts val="2100"/>
              <a:buNone/>
              <a:defRPr sz="2100"/>
            </a:lvl3pPr>
            <a:lvl4pPr lvl="3">
              <a:lnSpc>
                <a:spcPct val="100000"/>
              </a:lnSpc>
              <a:spcBef>
                <a:spcPts val="0"/>
              </a:spcBef>
              <a:spcAft>
                <a:spcPts val="0"/>
              </a:spcAft>
              <a:buSzPts val="2100"/>
              <a:buNone/>
              <a:defRPr sz="2100"/>
            </a:lvl4pPr>
            <a:lvl5pPr lvl="4">
              <a:lnSpc>
                <a:spcPct val="100000"/>
              </a:lnSpc>
              <a:spcBef>
                <a:spcPts val="0"/>
              </a:spcBef>
              <a:spcAft>
                <a:spcPts val="0"/>
              </a:spcAft>
              <a:buSzPts val="2100"/>
              <a:buNone/>
              <a:defRPr sz="2100"/>
            </a:lvl5pPr>
            <a:lvl6pPr lvl="5">
              <a:lnSpc>
                <a:spcPct val="100000"/>
              </a:lnSpc>
              <a:spcBef>
                <a:spcPts val="0"/>
              </a:spcBef>
              <a:spcAft>
                <a:spcPts val="0"/>
              </a:spcAft>
              <a:buSzPts val="2100"/>
              <a:buNone/>
              <a:defRPr sz="2100"/>
            </a:lvl6pPr>
            <a:lvl7pPr lvl="6">
              <a:lnSpc>
                <a:spcPct val="100000"/>
              </a:lnSpc>
              <a:spcBef>
                <a:spcPts val="0"/>
              </a:spcBef>
              <a:spcAft>
                <a:spcPts val="0"/>
              </a:spcAft>
              <a:buSzPts val="2100"/>
              <a:buNone/>
              <a:defRPr sz="2100"/>
            </a:lvl7pPr>
            <a:lvl8pPr lvl="7">
              <a:lnSpc>
                <a:spcPct val="100000"/>
              </a:lnSpc>
              <a:spcBef>
                <a:spcPts val="0"/>
              </a:spcBef>
              <a:spcAft>
                <a:spcPts val="0"/>
              </a:spcAft>
              <a:buSzPts val="2100"/>
              <a:buNone/>
              <a:defRPr sz="2100"/>
            </a:lvl8pPr>
            <a:lvl9pPr lvl="8">
              <a:lnSpc>
                <a:spcPct val="100000"/>
              </a:lnSpc>
              <a:spcBef>
                <a:spcPts val="0"/>
              </a:spcBef>
              <a:spcAft>
                <a:spcPts val="0"/>
              </a:spcAft>
              <a:buSzPts val="2100"/>
              <a:buNone/>
              <a:defRPr sz="2100"/>
            </a:lvl9pPr>
          </a:lstStyle>
          <a:p/>
        </p:txBody>
      </p:sp>
      <p:sp>
        <p:nvSpPr>
          <p:cNvPr id="104" name="Google Shape;104;p22"/>
          <p:cNvSpPr txBox="1"/>
          <p:nvPr>
            <p:ph idx="2" type="body"/>
          </p:nvPr>
        </p:nvSpPr>
        <p:spPr>
          <a:xfrm>
            <a:off x="4939500" y="724075"/>
            <a:ext cx="3837000" cy="35517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pic>
        <p:nvPicPr>
          <p:cNvPr descr=" " id="105" name="Google Shape;105;p22"/>
          <p:cNvPicPr preferRelativeResize="0"/>
          <p:nvPr/>
        </p:nvPicPr>
        <p:blipFill>
          <a:blip r:embed="rId2">
            <a:alphaModFix/>
          </a:blip>
          <a:stretch>
            <a:fillRect/>
          </a:stretch>
        </p:blipFill>
        <p:spPr>
          <a:xfrm>
            <a:off x="407175" y="4539121"/>
            <a:ext cx="776077" cy="263400"/>
          </a:xfrm>
          <a:prstGeom prst="rect">
            <a:avLst/>
          </a:prstGeom>
          <a:noFill/>
          <a:ln>
            <a:noFill/>
          </a:ln>
        </p:spPr>
      </p:pic>
      <p:sp>
        <p:nvSpPr>
          <p:cNvPr id="106" name="Google Shape;106;p22"/>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 sz="700">
                <a:solidFill>
                  <a:schemeClr val="accent2"/>
                </a:solidFill>
                <a:latin typeface="Montserrat"/>
                <a:ea typeface="Montserrat"/>
                <a:cs typeface="Montserrat"/>
                <a:sym typeface="Montserrat"/>
              </a:rPr>
              <a:t>‹#›</a:t>
            </a:fld>
            <a:endParaRPr b="1" sz="700">
              <a:solidFill>
                <a:schemeClr val="accent2"/>
              </a:solidFill>
              <a:latin typeface="Montserrat"/>
              <a:ea typeface="Montserrat"/>
              <a:cs typeface="Montserrat"/>
              <a:sym typeface="Montserrat"/>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07" name="Shape 107"/>
        <p:cNvGrpSpPr/>
        <p:nvPr/>
      </p:nvGrpSpPr>
      <p:grpSpPr>
        <a:xfrm>
          <a:off x="0" y="0"/>
          <a:ext cx="0" cy="0"/>
          <a:chOff x="0" y="0"/>
          <a:chExt cx="0" cy="0"/>
        </a:xfrm>
      </p:grpSpPr>
      <p:pic>
        <p:nvPicPr>
          <p:cNvPr descr=" " id="108" name="Google Shape;108;p23"/>
          <p:cNvPicPr preferRelativeResize="0"/>
          <p:nvPr/>
        </p:nvPicPr>
        <p:blipFill>
          <a:blip r:embed="rId2">
            <a:alphaModFix/>
          </a:blip>
          <a:stretch>
            <a:fillRect/>
          </a:stretch>
        </p:blipFill>
        <p:spPr>
          <a:xfrm>
            <a:off x="407175" y="4539121"/>
            <a:ext cx="776077" cy="263400"/>
          </a:xfrm>
          <a:prstGeom prst="rect">
            <a:avLst/>
          </a:prstGeom>
          <a:noFill/>
          <a:ln>
            <a:noFill/>
          </a:ln>
        </p:spPr>
      </p:pic>
      <p:sp>
        <p:nvSpPr>
          <p:cNvPr id="109" name="Google Shape;109;p23"/>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 sz="700">
                <a:solidFill>
                  <a:schemeClr val="accent2"/>
                </a:solidFill>
                <a:latin typeface="Montserrat"/>
                <a:ea typeface="Montserrat"/>
                <a:cs typeface="Montserrat"/>
                <a:sym typeface="Montserrat"/>
              </a:rPr>
              <a:t>‹#›</a:t>
            </a:fld>
            <a:endParaRPr b="1" sz="700">
              <a:solidFill>
                <a:schemeClr val="accent2"/>
              </a:solidFill>
              <a:latin typeface="Montserrat"/>
              <a:ea typeface="Montserrat"/>
              <a:cs typeface="Montserrat"/>
              <a:sym typeface="Montserrat"/>
            </a:endParaRPr>
          </a:p>
        </p:txBody>
      </p:sp>
      <p:sp>
        <p:nvSpPr>
          <p:cNvPr id="110" name="Google Shape;110;p23"/>
          <p:cNvSpPr txBox="1"/>
          <p:nvPr>
            <p:ph type="title"/>
          </p:nvPr>
        </p:nvSpPr>
        <p:spPr>
          <a:xfrm>
            <a:off x="311700" y="3619355"/>
            <a:ext cx="4511700" cy="605100"/>
          </a:xfrm>
          <a:prstGeom prst="rect">
            <a:avLst/>
          </a:prstGeom>
        </p:spPr>
        <p:txBody>
          <a:bodyPr anchorCtr="0" anchor="b" bIns="91425" lIns="91425" spcFirstLastPara="1" rIns="91425" wrap="square" tIns="91425">
            <a:noAutofit/>
          </a:bodyPr>
          <a:lstStyle>
            <a:lvl1pPr lvl="0">
              <a:spcBef>
                <a:spcPts val="0"/>
              </a:spcBef>
              <a:spcAft>
                <a:spcPts val="0"/>
              </a:spcAft>
              <a:buClr>
                <a:srgbClr val="333333"/>
              </a:buClr>
              <a:buSzPts val="1800"/>
              <a:buFont typeface="Montserrat"/>
              <a:buNone/>
              <a:defRPr b="0" sz="1800">
                <a:solidFill>
                  <a:srgbClr val="333333"/>
                </a:solidFill>
                <a:latin typeface="Montserrat"/>
                <a:ea typeface="Montserrat"/>
                <a:cs typeface="Montserrat"/>
                <a:sym typeface="Montserrat"/>
              </a:defRPr>
            </a:lvl1pPr>
            <a:lvl2pPr lvl="1">
              <a:spcBef>
                <a:spcPts val="0"/>
              </a:spcBef>
              <a:spcAft>
                <a:spcPts val="0"/>
              </a:spcAft>
              <a:buSzPts val="2800"/>
              <a:buNone/>
              <a:defRPr>
                <a:latin typeface="Montserrat"/>
                <a:ea typeface="Montserrat"/>
                <a:cs typeface="Montserrat"/>
                <a:sym typeface="Montserrat"/>
              </a:defRPr>
            </a:lvl2pPr>
            <a:lvl3pPr lvl="2">
              <a:spcBef>
                <a:spcPts val="0"/>
              </a:spcBef>
              <a:spcAft>
                <a:spcPts val="0"/>
              </a:spcAft>
              <a:buSzPts val="2800"/>
              <a:buNone/>
              <a:defRPr>
                <a:latin typeface="Montserrat"/>
                <a:ea typeface="Montserrat"/>
                <a:cs typeface="Montserrat"/>
                <a:sym typeface="Montserrat"/>
              </a:defRPr>
            </a:lvl3pPr>
            <a:lvl4pPr lvl="3">
              <a:spcBef>
                <a:spcPts val="0"/>
              </a:spcBef>
              <a:spcAft>
                <a:spcPts val="0"/>
              </a:spcAft>
              <a:buSzPts val="2800"/>
              <a:buNone/>
              <a:defRPr>
                <a:latin typeface="Montserrat"/>
                <a:ea typeface="Montserrat"/>
                <a:cs typeface="Montserrat"/>
                <a:sym typeface="Montserrat"/>
              </a:defRPr>
            </a:lvl4pPr>
            <a:lvl5pPr lvl="4">
              <a:spcBef>
                <a:spcPts val="0"/>
              </a:spcBef>
              <a:spcAft>
                <a:spcPts val="0"/>
              </a:spcAft>
              <a:buSzPts val="2800"/>
              <a:buNone/>
              <a:defRPr>
                <a:latin typeface="Montserrat"/>
                <a:ea typeface="Montserrat"/>
                <a:cs typeface="Montserrat"/>
                <a:sym typeface="Montserrat"/>
              </a:defRPr>
            </a:lvl5pPr>
            <a:lvl6pPr lvl="5">
              <a:spcBef>
                <a:spcPts val="0"/>
              </a:spcBef>
              <a:spcAft>
                <a:spcPts val="0"/>
              </a:spcAft>
              <a:buSzPts val="2800"/>
              <a:buNone/>
              <a:defRPr>
                <a:latin typeface="Montserrat"/>
                <a:ea typeface="Montserrat"/>
                <a:cs typeface="Montserrat"/>
                <a:sym typeface="Montserrat"/>
              </a:defRPr>
            </a:lvl6pPr>
            <a:lvl7pPr lvl="6">
              <a:spcBef>
                <a:spcPts val="0"/>
              </a:spcBef>
              <a:spcAft>
                <a:spcPts val="0"/>
              </a:spcAft>
              <a:buSzPts val="2800"/>
              <a:buNone/>
              <a:defRPr>
                <a:latin typeface="Montserrat"/>
                <a:ea typeface="Montserrat"/>
                <a:cs typeface="Montserrat"/>
                <a:sym typeface="Montserrat"/>
              </a:defRPr>
            </a:lvl7pPr>
            <a:lvl8pPr lvl="7">
              <a:spcBef>
                <a:spcPts val="0"/>
              </a:spcBef>
              <a:spcAft>
                <a:spcPts val="0"/>
              </a:spcAft>
              <a:buSzPts val="2800"/>
              <a:buNone/>
              <a:defRPr>
                <a:latin typeface="Montserrat"/>
                <a:ea typeface="Montserrat"/>
                <a:cs typeface="Montserrat"/>
                <a:sym typeface="Montserrat"/>
              </a:defRPr>
            </a:lvl8pPr>
            <a:lvl9pPr lvl="8">
              <a:spcBef>
                <a:spcPts val="0"/>
              </a:spcBef>
              <a:spcAft>
                <a:spcPts val="0"/>
              </a:spcAft>
              <a:buSzPts val="2800"/>
              <a:buNone/>
              <a:defRPr>
                <a:latin typeface="Montserrat"/>
                <a:ea typeface="Montserrat"/>
                <a:cs typeface="Montserrat"/>
                <a:sym typeface="Montserrat"/>
              </a:defRPr>
            </a:lvl9pPr>
          </a:lstStyle>
          <a:p/>
        </p:txBody>
      </p:sp>
      <p:pic>
        <p:nvPicPr>
          <p:cNvPr id="111" name="Google Shape;111;p23"/>
          <p:cNvPicPr preferRelativeResize="0"/>
          <p:nvPr/>
        </p:nvPicPr>
        <p:blipFill rotWithShape="1">
          <a:blip r:embed="rId3">
            <a:alphaModFix/>
          </a:blip>
          <a:srcRect b="0" l="0" r="0" t="29770"/>
          <a:stretch/>
        </p:blipFill>
        <p:spPr>
          <a:xfrm>
            <a:off x="0" y="1"/>
            <a:ext cx="9144003" cy="26340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12" name="Shape 112"/>
        <p:cNvGrpSpPr/>
        <p:nvPr/>
      </p:nvGrpSpPr>
      <p:grpSpPr>
        <a:xfrm>
          <a:off x="0" y="0"/>
          <a:ext cx="0" cy="0"/>
          <a:chOff x="0" y="0"/>
          <a:chExt cx="0" cy="0"/>
        </a:xfrm>
      </p:grpSpPr>
      <p:pic>
        <p:nvPicPr>
          <p:cNvPr id="113" name="Google Shape;113;p24"/>
          <p:cNvPicPr preferRelativeResize="0"/>
          <p:nvPr/>
        </p:nvPicPr>
        <p:blipFill rotWithShape="1">
          <a:blip r:embed="rId2">
            <a:alphaModFix/>
          </a:blip>
          <a:srcRect b="0" l="0" r="0" t="0"/>
          <a:stretch/>
        </p:blipFill>
        <p:spPr>
          <a:xfrm>
            <a:off x="3965" y="0"/>
            <a:ext cx="9136072" cy="5143501"/>
          </a:xfrm>
          <a:prstGeom prst="rect">
            <a:avLst/>
          </a:prstGeom>
          <a:noFill/>
          <a:ln>
            <a:noFill/>
          </a:ln>
        </p:spPr>
      </p:pic>
      <p:sp>
        <p:nvSpPr>
          <p:cNvPr id="114" name="Google Shape;114;p24"/>
          <p:cNvSpPr txBox="1"/>
          <p:nvPr>
            <p:ph hasCustomPrompt="1" type="title"/>
          </p:nvPr>
        </p:nvSpPr>
        <p:spPr>
          <a:xfrm>
            <a:off x="311700" y="606575"/>
            <a:ext cx="8520600" cy="1671000"/>
          </a:xfrm>
          <a:prstGeom prst="rect">
            <a:avLst/>
          </a:prstGeom>
        </p:spPr>
        <p:txBody>
          <a:bodyPr anchorCtr="0" anchor="t" bIns="91425" lIns="91425" spcFirstLastPara="1" rIns="91425" wrap="square" tIns="91425">
            <a:noAutofit/>
          </a:bodyPr>
          <a:lstStyle>
            <a:lvl1pPr lvl="0" algn="ctr">
              <a:spcBef>
                <a:spcPts val="0"/>
              </a:spcBef>
              <a:spcAft>
                <a:spcPts val="0"/>
              </a:spcAft>
              <a:buClr>
                <a:srgbClr val="57068C"/>
              </a:buClr>
              <a:buSzPts val="13000"/>
              <a:buNone/>
              <a:defRPr sz="13000">
                <a:solidFill>
                  <a:srgbClr val="57068C"/>
                </a:solidFill>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115" name="Google Shape;115;p24"/>
          <p:cNvSpPr txBox="1"/>
          <p:nvPr>
            <p:ph idx="1" type="body"/>
          </p:nvPr>
        </p:nvSpPr>
        <p:spPr>
          <a:xfrm>
            <a:off x="3007950" y="3094875"/>
            <a:ext cx="3128100" cy="1186800"/>
          </a:xfrm>
          <a:prstGeom prst="rect">
            <a:avLst/>
          </a:prstGeom>
        </p:spPr>
        <p:txBody>
          <a:bodyPr anchorCtr="0" anchor="t" bIns="91425" lIns="91425" spcFirstLastPara="1" rIns="91425" wrap="square" tIns="91425">
            <a:noAutofit/>
          </a:bodyPr>
          <a:lstStyle>
            <a:lvl1pPr indent="-298450" lvl="0" marL="457200" algn="ctr">
              <a:spcBef>
                <a:spcPts val="0"/>
              </a:spcBef>
              <a:spcAft>
                <a:spcPts val="0"/>
              </a:spcAft>
              <a:buSzPts val="1100"/>
              <a:buChar char="●"/>
              <a:defRPr sz="1100"/>
            </a:lvl1pPr>
            <a:lvl2pPr indent="-298450" lvl="1" marL="914400" algn="ctr">
              <a:spcBef>
                <a:spcPts val="0"/>
              </a:spcBef>
              <a:spcAft>
                <a:spcPts val="0"/>
              </a:spcAft>
              <a:buSzPts val="1100"/>
              <a:buChar char="○"/>
              <a:defRPr sz="1100"/>
            </a:lvl2pPr>
            <a:lvl3pPr indent="-298450" lvl="2" marL="1371600" algn="ctr">
              <a:spcBef>
                <a:spcPts val="0"/>
              </a:spcBef>
              <a:spcAft>
                <a:spcPts val="0"/>
              </a:spcAft>
              <a:buSzPts val="1100"/>
              <a:buChar char="■"/>
              <a:defRPr sz="1100"/>
            </a:lvl3pPr>
            <a:lvl4pPr indent="-298450" lvl="3" marL="1828800" algn="ctr">
              <a:spcBef>
                <a:spcPts val="0"/>
              </a:spcBef>
              <a:spcAft>
                <a:spcPts val="0"/>
              </a:spcAft>
              <a:buSzPts val="1100"/>
              <a:buChar char="●"/>
              <a:defRPr sz="1100"/>
            </a:lvl4pPr>
            <a:lvl5pPr indent="-298450" lvl="4" marL="2286000" algn="ctr">
              <a:spcBef>
                <a:spcPts val="0"/>
              </a:spcBef>
              <a:spcAft>
                <a:spcPts val="0"/>
              </a:spcAft>
              <a:buSzPts val="1100"/>
              <a:buChar char="○"/>
              <a:defRPr sz="1100"/>
            </a:lvl5pPr>
            <a:lvl6pPr indent="-298450" lvl="5" marL="2743200" algn="ctr">
              <a:spcBef>
                <a:spcPts val="0"/>
              </a:spcBef>
              <a:spcAft>
                <a:spcPts val="0"/>
              </a:spcAft>
              <a:buSzPts val="1100"/>
              <a:buChar char="■"/>
              <a:defRPr sz="1100"/>
            </a:lvl6pPr>
            <a:lvl7pPr indent="-298450" lvl="6" marL="3200400" algn="ctr">
              <a:spcBef>
                <a:spcPts val="0"/>
              </a:spcBef>
              <a:spcAft>
                <a:spcPts val="0"/>
              </a:spcAft>
              <a:buSzPts val="1100"/>
              <a:buChar char="●"/>
              <a:defRPr sz="1100"/>
            </a:lvl7pPr>
            <a:lvl8pPr indent="-298450" lvl="7" marL="3657600" algn="ctr">
              <a:spcBef>
                <a:spcPts val="0"/>
              </a:spcBef>
              <a:spcAft>
                <a:spcPts val="0"/>
              </a:spcAft>
              <a:buSzPts val="1100"/>
              <a:buChar char="○"/>
              <a:defRPr sz="1100"/>
            </a:lvl8pPr>
            <a:lvl9pPr indent="-298450" lvl="8" marL="4114800" algn="ctr">
              <a:spcBef>
                <a:spcPts val="0"/>
              </a:spcBef>
              <a:spcAft>
                <a:spcPts val="0"/>
              </a:spcAft>
              <a:buSzPts val="1100"/>
              <a:buChar char="■"/>
              <a:defRPr sz="1100"/>
            </a:lvl9pPr>
          </a:lstStyle>
          <a:p/>
        </p:txBody>
      </p:sp>
      <p:pic>
        <p:nvPicPr>
          <p:cNvPr descr=" " id="116" name="Google Shape;116;p24"/>
          <p:cNvPicPr preferRelativeResize="0"/>
          <p:nvPr/>
        </p:nvPicPr>
        <p:blipFill>
          <a:blip r:embed="rId3">
            <a:alphaModFix/>
          </a:blip>
          <a:stretch>
            <a:fillRect/>
          </a:stretch>
        </p:blipFill>
        <p:spPr>
          <a:xfrm>
            <a:off x="407175" y="4539121"/>
            <a:ext cx="776077" cy="263400"/>
          </a:xfrm>
          <a:prstGeom prst="rect">
            <a:avLst/>
          </a:prstGeom>
          <a:noFill/>
          <a:ln>
            <a:noFill/>
          </a:ln>
        </p:spPr>
      </p:pic>
      <p:sp>
        <p:nvSpPr>
          <p:cNvPr id="117" name="Google Shape;117;p24"/>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 sz="700">
                <a:solidFill>
                  <a:schemeClr val="accent2"/>
                </a:solidFill>
                <a:latin typeface="Montserrat"/>
                <a:ea typeface="Montserrat"/>
                <a:cs typeface="Montserrat"/>
                <a:sym typeface="Montserrat"/>
              </a:rPr>
              <a:t>‹#›</a:t>
            </a:fld>
            <a:endParaRPr b="1" sz="700">
              <a:solidFill>
                <a:schemeClr val="accent2"/>
              </a:solidFill>
              <a:latin typeface="Montserrat"/>
              <a:ea typeface="Montserrat"/>
              <a:cs typeface="Montserrat"/>
              <a:sym typeface="Montserrat"/>
            </a:endParaRPr>
          </a:p>
        </p:txBody>
      </p:sp>
      <p:sp>
        <p:nvSpPr>
          <p:cNvPr id="118" name="Google Shape;118;p24"/>
          <p:cNvSpPr txBox="1"/>
          <p:nvPr>
            <p:ph idx="2" type="subTitle"/>
          </p:nvPr>
        </p:nvSpPr>
        <p:spPr>
          <a:xfrm>
            <a:off x="1429500" y="2353776"/>
            <a:ext cx="6285000" cy="463800"/>
          </a:xfrm>
          <a:prstGeom prst="rect">
            <a:avLst/>
          </a:prstGeom>
        </p:spPr>
        <p:txBody>
          <a:bodyPr anchorCtr="0" anchor="t" bIns="91425" lIns="91425" spcFirstLastPara="1" rIns="91425" wrap="square" tIns="91425">
            <a:noAutofit/>
          </a:bodyPr>
          <a:lstStyle>
            <a:lvl1pPr lvl="0" algn="ctr">
              <a:spcBef>
                <a:spcPts val="0"/>
              </a:spcBef>
              <a:spcAft>
                <a:spcPts val="0"/>
              </a:spcAft>
              <a:buNone/>
              <a:defRPr b="1" sz="2800">
                <a:solidFill>
                  <a:schemeClr val="accent1"/>
                </a:solidFill>
                <a:latin typeface="Frank Ruhl Libre"/>
                <a:ea typeface="Frank Ruhl Libre"/>
                <a:cs typeface="Frank Ruhl Libre"/>
                <a:sym typeface="Frank Ruhl Libre"/>
              </a:defRPr>
            </a:lvl1pPr>
            <a:lvl2pPr lvl="1">
              <a:spcBef>
                <a:spcPts val="160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nd Text">
  <p:cSld name="CUSTOM">
    <p:spTree>
      <p:nvGrpSpPr>
        <p:cNvPr id="119" name="Shape 119"/>
        <p:cNvGrpSpPr/>
        <p:nvPr/>
      </p:nvGrpSpPr>
      <p:grpSpPr>
        <a:xfrm>
          <a:off x="0" y="0"/>
          <a:ext cx="0" cy="0"/>
          <a:chOff x="0" y="0"/>
          <a:chExt cx="0" cy="0"/>
        </a:xfrm>
      </p:grpSpPr>
      <p:pic>
        <p:nvPicPr>
          <p:cNvPr id="120" name="Google Shape;120;p25"/>
          <p:cNvPicPr preferRelativeResize="0"/>
          <p:nvPr/>
        </p:nvPicPr>
        <p:blipFill>
          <a:blip r:embed="rId2">
            <a:alphaModFix/>
          </a:blip>
          <a:stretch>
            <a:fillRect/>
          </a:stretch>
        </p:blipFill>
        <p:spPr>
          <a:xfrm>
            <a:off x="0" y="0"/>
            <a:ext cx="9143997" cy="5143510"/>
          </a:xfrm>
          <a:prstGeom prst="rect">
            <a:avLst/>
          </a:prstGeom>
          <a:noFill/>
          <a:ln>
            <a:noFill/>
          </a:ln>
        </p:spPr>
      </p:pic>
      <p:pic>
        <p:nvPicPr>
          <p:cNvPr descr=" " id="121" name="Google Shape;121;p25"/>
          <p:cNvPicPr preferRelativeResize="0"/>
          <p:nvPr/>
        </p:nvPicPr>
        <p:blipFill>
          <a:blip r:embed="rId3">
            <a:alphaModFix/>
          </a:blip>
          <a:stretch>
            <a:fillRect/>
          </a:stretch>
        </p:blipFill>
        <p:spPr>
          <a:xfrm>
            <a:off x="407175" y="4539121"/>
            <a:ext cx="776077" cy="263400"/>
          </a:xfrm>
          <a:prstGeom prst="rect">
            <a:avLst/>
          </a:prstGeom>
          <a:noFill/>
          <a:ln>
            <a:noFill/>
          </a:ln>
        </p:spPr>
      </p:pic>
      <p:sp>
        <p:nvSpPr>
          <p:cNvPr id="122" name="Google Shape;122;p25"/>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 sz="700">
                <a:solidFill>
                  <a:schemeClr val="accent2"/>
                </a:solidFill>
                <a:latin typeface="Montserrat"/>
                <a:ea typeface="Montserrat"/>
                <a:cs typeface="Montserrat"/>
                <a:sym typeface="Montserrat"/>
              </a:rPr>
              <a:t>‹#›</a:t>
            </a:fld>
            <a:endParaRPr b="1" sz="700">
              <a:solidFill>
                <a:schemeClr val="accent2"/>
              </a:solidFill>
              <a:latin typeface="Montserrat"/>
              <a:ea typeface="Montserrat"/>
              <a:cs typeface="Montserrat"/>
              <a:sym typeface="Montserrat"/>
            </a:endParaRPr>
          </a:p>
        </p:txBody>
      </p:sp>
      <p:sp>
        <p:nvSpPr>
          <p:cNvPr id="123" name="Google Shape;123;p25"/>
          <p:cNvSpPr txBox="1"/>
          <p:nvPr>
            <p:ph type="title"/>
          </p:nvPr>
        </p:nvSpPr>
        <p:spPr>
          <a:xfrm>
            <a:off x="4969800" y="1412750"/>
            <a:ext cx="3766800" cy="13746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Clr>
                <a:srgbClr val="57068C"/>
              </a:buClr>
              <a:buSzPts val="3600"/>
              <a:buNone/>
              <a:defRPr>
                <a:solidFill>
                  <a:srgbClr val="57068C"/>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24" name="Google Shape;124;p25"/>
          <p:cNvSpPr txBox="1"/>
          <p:nvPr>
            <p:ph idx="1" type="body"/>
          </p:nvPr>
        </p:nvSpPr>
        <p:spPr>
          <a:xfrm>
            <a:off x="4969675" y="2901150"/>
            <a:ext cx="3766800" cy="1374600"/>
          </a:xfrm>
          <a:prstGeom prst="rect">
            <a:avLst/>
          </a:prstGeom>
        </p:spPr>
        <p:txBody>
          <a:bodyPr anchorCtr="0" anchor="t" bIns="91425" lIns="91425" spcFirstLastPara="1" rIns="91425" wrap="square" tIns="91425">
            <a:noAutofit/>
          </a:bodyPr>
          <a:lstStyle>
            <a:lvl1pPr indent="-298450" lvl="0" marL="457200">
              <a:lnSpc>
                <a:spcPct val="125000"/>
              </a:lnSpc>
              <a:spcBef>
                <a:spcPts val="0"/>
              </a:spcBef>
              <a:spcAft>
                <a:spcPts val="0"/>
              </a:spcAft>
              <a:buSzPts val="1100"/>
              <a:buChar char="●"/>
              <a:defRPr sz="1100"/>
            </a:lvl1pPr>
            <a:lvl2pPr indent="-298450" lvl="1" marL="914400">
              <a:lnSpc>
                <a:spcPct val="125000"/>
              </a:lnSpc>
              <a:spcBef>
                <a:spcPts val="800"/>
              </a:spcBef>
              <a:spcAft>
                <a:spcPts val="0"/>
              </a:spcAft>
              <a:buSzPts val="1100"/>
              <a:buChar char="○"/>
              <a:defRPr sz="1100"/>
            </a:lvl2pPr>
            <a:lvl3pPr indent="-298450" lvl="2" marL="1371600">
              <a:lnSpc>
                <a:spcPct val="125000"/>
              </a:lnSpc>
              <a:spcBef>
                <a:spcPts val="800"/>
              </a:spcBef>
              <a:spcAft>
                <a:spcPts val="0"/>
              </a:spcAft>
              <a:buSzPts val="1100"/>
              <a:buChar char="■"/>
              <a:defRPr sz="1100"/>
            </a:lvl3pPr>
            <a:lvl4pPr indent="-298450" lvl="3" marL="1828800">
              <a:lnSpc>
                <a:spcPct val="125000"/>
              </a:lnSpc>
              <a:spcBef>
                <a:spcPts val="800"/>
              </a:spcBef>
              <a:spcAft>
                <a:spcPts val="0"/>
              </a:spcAft>
              <a:buSzPts val="1100"/>
              <a:buChar char="●"/>
              <a:defRPr sz="1100"/>
            </a:lvl4pPr>
            <a:lvl5pPr indent="-298450" lvl="4" marL="2286000">
              <a:lnSpc>
                <a:spcPct val="125000"/>
              </a:lnSpc>
              <a:spcBef>
                <a:spcPts val="800"/>
              </a:spcBef>
              <a:spcAft>
                <a:spcPts val="0"/>
              </a:spcAft>
              <a:buSzPts val="1100"/>
              <a:buChar char="○"/>
              <a:defRPr sz="1100"/>
            </a:lvl5pPr>
            <a:lvl6pPr indent="-298450" lvl="5" marL="2743200">
              <a:lnSpc>
                <a:spcPct val="125000"/>
              </a:lnSpc>
              <a:spcBef>
                <a:spcPts val="800"/>
              </a:spcBef>
              <a:spcAft>
                <a:spcPts val="0"/>
              </a:spcAft>
              <a:buSzPts val="1100"/>
              <a:buChar char="■"/>
              <a:defRPr sz="1100"/>
            </a:lvl6pPr>
            <a:lvl7pPr indent="-298450" lvl="6" marL="3200400">
              <a:lnSpc>
                <a:spcPct val="125000"/>
              </a:lnSpc>
              <a:spcBef>
                <a:spcPts val="800"/>
              </a:spcBef>
              <a:spcAft>
                <a:spcPts val="0"/>
              </a:spcAft>
              <a:buSzPts val="1100"/>
              <a:buChar char="●"/>
              <a:defRPr sz="1100"/>
            </a:lvl7pPr>
            <a:lvl8pPr indent="-298450" lvl="7" marL="3657600">
              <a:lnSpc>
                <a:spcPct val="125000"/>
              </a:lnSpc>
              <a:spcBef>
                <a:spcPts val="800"/>
              </a:spcBef>
              <a:spcAft>
                <a:spcPts val="0"/>
              </a:spcAft>
              <a:buSzPts val="1100"/>
              <a:buChar char="○"/>
              <a:defRPr sz="1100"/>
            </a:lvl8pPr>
            <a:lvl9pPr indent="-298450" lvl="8" marL="4114800">
              <a:lnSpc>
                <a:spcPct val="125000"/>
              </a:lnSpc>
              <a:spcBef>
                <a:spcPts val="800"/>
              </a:spcBef>
              <a:spcAft>
                <a:spcPts val="800"/>
              </a:spcAft>
              <a:buSzPts val="1100"/>
              <a:buChar char="■"/>
              <a:defRPr sz="1100"/>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p:cSld name="CUSTOM_1">
    <p:spTree>
      <p:nvGrpSpPr>
        <p:cNvPr id="125" name="Shape 125"/>
        <p:cNvGrpSpPr/>
        <p:nvPr/>
      </p:nvGrpSpPr>
      <p:grpSpPr>
        <a:xfrm>
          <a:off x="0" y="0"/>
          <a:ext cx="0" cy="0"/>
          <a:chOff x="0" y="0"/>
          <a:chExt cx="0" cy="0"/>
        </a:xfrm>
      </p:grpSpPr>
      <p:pic>
        <p:nvPicPr>
          <p:cNvPr descr=" " id="126" name="Google Shape;126;p26"/>
          <p:cNvPicPr preferRelativeResize="0"/>
          <p:nvPr/>
        </p:nvPicPr>
        <p:blipFill>
          <a:blip r:embed="rId2">
            <a:alphaModFix/>
          </a:blip>
          <a:stretch>
            <a:fillRect/>
          </a:stretch>
        </p:blipFill>
        <p:spPr>
          <a:xfrm>
            <a:off x="407175" y="4539121"/>
            <a:ext cx="776077" cy="263400"/>
          </a:xfrm>
          <a:prstGeom prst="rect">
            <a:avLst/>
          </a:prstGeom>
          <a:noFill/>
          <a:ln>
            <a:noFill/>
          </a:ln>
        </p:spPr>
      </p:pic>
      <p:sp>
        <p:nvSpPr>
          <p:cNvPr id="127" name="Google Shape;127;p26"/>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 sz="700">
                <a:solidFill>
                  <a:schemeClr val="accent2"/>
                </a:solidFill>
                <a:latin typeface="Montserrat"/>
                <a:ea typeface="Montserrat"/>
                <a:cs typeface="Montserrat"/>
                <a:sym typeface="Montserrat"/>
              </a:rPr>
              <a:t>‹#›</a:t>
            </a:fld>
            <a:endParaRPr b="1" sz="700">
              <a:solidFill>
                <a:schemeClr val="accent2"/>
              </a:solidFill>
              <a:latin typeface="Montserrat"/>
              <a:ea typeface="Montserrat"/>
              <a:cs typeface="Montserrat"/>
              <a:sym typeface="Montserrat"/>
            </a:endParaRPr>
          </a:p>
        </p:txBody>
      </p:sp>
      <p:sp>
        <p:nvSpPr>
          <p:cNvPr id="128" name="Google Shape;128;p26"/>
          <p:cNvSpPr txBox="1"/>
          <p:nvPr>
            <p:ph type="title"/>
          </p:nvPr>
        </p:nvSpPr>
        <p:spPr>
          <a:xfrm>
            <a:off x="311700" y="587975"/>
            <a:ext cx="3610800" cy="8916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rgbClr val="57068C"/>
              </a:buClr>
              <a:buSzPts val="4000"/>
              <a:buNone/>
              <a:defRPr sz="4000">
                <a:solidFill>
                  <a:srgbClr val="57068C"/>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29" name="Google Shape;129;p26"/>
          <p:cNvSpPr txBox="1"/>
          <p:nvPr>
            <p:ph idx="1" type="body"/>
          </p:nvPr>
        </p:nvSpPr>
        <p:spPr>
          <a:xfrm>
            <a:off x="311700" y="1836175"/>
            <a:ext cx="3610800" cy="2439600"/>
          </a:xfrm>
          <a:prstGeom prst="rect">
            <a:avLst/>
          </a:prstGeom>
        </p:spPr>
        <p:txBody>
          <a:bodyPr anchorCtr="0" anchor="t" bIns="91425" lIns="91425" spcFirstLastPara="1" rIns="91425" wrap="square" tIns="91425">
            <a:noAutofit/>
          </a:bodyPr>
          <a:lstStyle>
            <a:lvl1pPr indent="-317500" lvl="0" marL="457200">
              <a:lnSpc>
                <a:spcPct val="125000"/>
              </a:lnSpc>
              <a:spcBef>
                <a:spcPts val="0"/>
              </a:spcBef>
              <a:spcAft>
                <a:spcPts val="0"/>
              </a:spcAft>
              <a:buSzPts val="1400"/>
              <a:buChar char="●"/>
              <a:defRPr sz="1400"/>
            </a:lvl1pPr>
            <a:lvl2pPr indent="-317500" lvl="1" marL="914400">
              <a:lnSpc>
                <a:spcPct val="125000"/>
              </a:lnSpc>
              <a:spcBef>
                <a:spcPts val="800"/>
              </a:spcBef>
              <a:spcAft>
                <a:spcPts val="0"/>
              </a:spcAft>
              <a:buSzPts val="1400"/>
              <a:buChar char="○"/>
              <a:defRPr/>
            </a:lvl2pPr>
            <a:lvl3pPr indent="-317500" lvl="2" marL="1371600">
              <a:lnSpc>
                <a:spcPct val="125000"/>
              </a:lnSpc>
              <a:spcBef>
                <a:spcPts val="800"/>
              </a:spcBef>
              <a:spcAft>
                <a:spcPts val="0"/>
              </a:spcAft>
              <a:buSzPts val="1400"/>
              <a:buChar char="■"/>
              <a:defRPr/>
            </a:lvl3pPr>
            <a:lvl4pPr indent="-317500" lvl="3" marL="1828800">
              <a:lnSpc>
                <a:spcPct val="125000"/>
              </a:lnSpc>
              <a:spcBef>
                <a:spcPts val="800"/>
              </a:spcBef>
              <a:spcAft>
                <a:spcPts val="0"/>
              </a:spcAft>
              <a:buSzPts val="1400"/>
              <a:buChar char="●"/>
              <a:defRPr/>
            </a:lvl4pPr>
            <a:lvl5pPr indent="-317500" lvl="4" marL="2286000">
              <a:lnSpc>
                <a:spcPct val="125000"/>
              </a:lnSpc>
              <a:spcBef>
                <a:spcPts val="800"/>
              </a:spcBef>
              <a:spcAft>
                <a:spcPts val="0"/>
              </a:spcAft>
              <a:buSzPts val="1400"/>
              <a:buChar char="○"/>
              <a:defRPr/>
            </a:lvl5pPr>
            <a:lvl6pPr indent="-317500" lvl="5" marL="2743200">
              <a:lnSpc>
                <a:spcPct val="125000"/>
              </a:lnSpc>
              <a:spcBef>
                <a:spcPts val="800"/>
              </a:spcBef>
              <a:spcAft>
                <a:spcPts val="0"/>
              </a:spcAft>
              <a:buSzPts val="1400"/>
              <a:buChar char="■"/>
              <a:defRPr/>
            </a:lvl6pPr>
            <a:lvl7pPr indent="-317500" lvl="6" marL="3200400">
              <a:lnSpc>
                <a:spcPct val="125000"/>
              </a:lnSpc>
              <a:spcBef>
                <a:spcPts val="800"/>
              </a:spcBef>
              <a:spcAft>
                <a:spcPts val="0"/>
              </a:spcAft>
              <a:buSzPts val="1400"/>
              <a:buChar char="●"/>
              <a:defRPr/>
            </a:lvl7pPr>
            <a:lvl8pPr indent="-317500" lvl="7" marL="3657600">
              <a:lnSpc>
                <a:spcPct val="125000"/>
              </a:lnSpc>
              <a:spcBef>
                <a:spcPts val="800"/>
              </a:spcBef>
              <a:spcAft>
                <a:spcPts val="0"/>
              </a:spcAft>
              <a:buSzPts val="1400"/>
              <a:buChar char="○"/>
              <a:defRPr/>
            </a:lvl8pPr>
            <a:lvl9pPr indent="-317500" lvl="8" marL="4114800">
              <a:lnSpc>
                <a:spcPct val="125000"/>
              </a:lnSpc>
              <a:spcBef>
                <a:spcPts val="800"/>
              </a:spcBef>
              <a:spcAft>
                <a:spcPts val="800"/>
              </a:spcAft>
              <a:buSzPts val="1400"/>
              <a:buChar char="■"/>
              <a:defRPr/>
            </a:lvl9pPr>
          </a:lstStyle>
          <a:p/>
        </p:txBody>
      </p:sp>
      <p:sp>
        <p:nvSpPr>
          <p:cNvPr id="130" name="Google Shape;130;p26"/>
          <p:cNvSpPr txBox="1"/>
          <p:nvPr/>
        </p:nvSpPr>
        <p:spPr>
          <a:xfrm>
            <a:off x="5958050" y="683000"/>
            <a:ext cx="2778600" cy="109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latin typeface="Montserrat"/>
              <a:ea typeface="Montserrat"/>
              <a:cs typeface="Montserrat"/>
              <a:sym typeface="Montserrat"/>
            </a:endParaRPr>
          </a:p>
        </p:txBody>
      </p:sp>
      <p:sp>
        <p:nvSpPr>
          <p:cNvPr id="131" name="Google Shape;131;p26"/>
          <p:cNvSpPr txBox="1"/>
          <p:nvPr>
            <p:ph idx="2" type="body"/>
          </p:nvPr>
        </p:nvSpPr>
        <p:spPr>
          <a:xfrm>
            <a:off x="5824575" y="683050"/>
            <a:ext cx="2911800" cy="10968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SzPts val="1000"/>
              <a:buChar char="●"/>
              <a:defRPr sz="1000"/>
            </a:lvl1pPr>
            <a:lvl2pPr indent="-292100" lvl="1" marL="914400">
              <a:spcBef>
                <a:spcPts val="600"/>
              </a:spcBef>
              <a:spcAft>
                <a:spcPts val="0"/>
              </a:spcAft>
              <a:buSzPts val="1000"/>
              <a:buChar char="○"/>
              <a:defRPr sz="1000"/>
            </a:lvl2pPr>
            <a:lvl3pPr indent="-292100" lvl="2" marL="1371600">
              <a:spcBef>
                <a:spcPts val="600"/>
              </a:spcBef>
              <a:spcAft>
                <a:spcPts val="0"/>
              </a:spcAft>
              <a:buSzPts val="1000"/>
              <a:buChar char="■"/>
              <a:defRPr sz="1000"/>
            </a:lvl3pPr>
            <a:lvl4pPr indent="-292100" lvl="3" marL="1828800">
              <a:spcBef>
                <a:spcPts val="600"/>
              </a:spcBef>
              <a:spcAft>
                <a:spcPts val="0"/>
              </a:spcAft>
              <a:buSzPts val="1000"/>
              <a:buChar char="●"/>
              <a:defRPr sz="1000"/>
            </a:lvl4pPr>
            <a:lvl5pPr indent="-292100" lvl="4" marL="2286000">
              <a:spcBef>
                <a:spcPts val="600"/>
              </a:spcBef>
              <a:spcAft>
                <a:spcPts val="0"/>
              </a:spcAft>
              <a:buSzPts val="1000"/>
              <a:buChar char="○"/>
              <a:defRPr sz="1000"/>
            </a:lvl5pPr>
            <a:lvl6pPr indent="-292100" lvl="5" marL="2743200">
              <a:spcBef>
                <a:spcPts val="600"/>
              </a:spcBef>
              <a:spcAft>
                <a:spcPts val="0"/>
              </a:spcAft>
              <a:buSzPts val="1000"/>
              <a:buChar char="■"/>
              <a:defRPr sz="1000"/>
            </a:lvl6pPr>
            <a:lvl7pPr indent="-292100" lvl="6" marL="3200400">
              <a:spcBef>
                <a:spcPts val="600"/>
              </a:spcBef>
              <a:spcAft>
                <a:spcPts val="0"/>
              </a:spcAft>
              <a:buSzPts val="1000"/>
              <a:buChar char="●"/>
              <a:defRPr sz="1000"/>
            </a:lvl7pPr>
            <a:lvl8pPr indent="-292100" lvl="7" marL="3657600">
              <a:spcBef>
                <a:spcPts val="600"/>
              </a:spcBef>
              <a:spcAft>
                <a:spcPts val="0"/>
              </a:spcAft>
              <a:buSzPts val="1000"/>
              <a:buChar char="○"/>
              <a:defRPr sz="1000"/>
            </a:lvl8pPr>
            <a:lvl9pPr indent="-292100" lvl="8" marL="4114800">
              <a:spcBef>
                <a:spcPts val="600"/>
              </a:spcBef>
              <a:spcAft>
                <a:spcPts val="600"/>
              </a:spcAft>
              <a:buSzPts val="1000"/>
              <a:buChar char="■"/>
              <a:defRPr sz="1000"/>
            </a:lvl9pPr>
          </a:lstStyle>
          <a:p/>
        </p:txBody>
      </p:sp>
      <p:sp>
        <p:nvSpPr>
          <p:cNvPr id="132" name="Google Shape;132;p26"/>
          <p:cNvSpPr txBox="1"/>
          <p:nvPr>
            <p:ph idx="3" type="body"/>
          </p:nvPr>
        </p:nvSpPr>
        <p:spPr>
          <a:xfrm>
            <a:off x="5824575" y="1931875"/>
            <a:ext cx="2911800" cy="10968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SzPts val="1000"/>
              <a:buChar char="●"/>
              <a:defRPr sz="1000"/>
            </a:lvl1pPr>
            <a:lvl2pPr indent="-292100" lvl="1" marL="914400">
              <a:spcBef>
                <a:spcPts val="600"/>
              </a:spcBef>
              <a:spcAft>
                <a:spcPts val="0"/>
              </a:spcAft>
              <a:buSzPts val="1000"/>
              <a:buChar char="○"/>
              <a:defRPr sz="1000"/>
            </a:lvl2pPr>
            <a:lvl3pPr indent="-292100" lvl="2" marL="1371600">
              <a:spcBef>
                <a:spcPts val="600"/>
              </a:spcBef>
              <a:spcAft>
                <a:spcPts val="0"/>
              </a:spcAft>
              <a:buSzPts val="1000"/>
              <a:buChar char="■"/>
              <a:defRPr sz="1000"/>
            </a:lvl3pPr>
            <a:lvl4pPr indent="-292100" lvl="3" marL="1828800">
              <a:spcBef>
                <a:spcPts val="600"/>
              </a:spcBef>
              <a:spcAft>
                <a:spcPts val="0"/>
              </a:spcAft>
              <a:buSzPts val="1000"/>
              <a:buChar char="●"/>
              <a:defRPr sz="1000"/>
            </a:lvl4pPr>
            <a:lvl5pPr indent="-292100" lvl="4" marL="2286000">
              <a:spcBef>
                <a:spcPts val="600"/>
              </a:spcBef>
              <a:spcAft>
                <a:spcPts val="0"/>
              </a:spcAft>
              <a:buSzPts val="1000"/>
              <a:buChar char="○"/>
              <a:defRPr sz="1000"/>
            </a:lvl5pPr>
            <a:lvl6pPr indent="-292100" lvl="5" marL="2743200">
              <a:spcBef>
                <a:spcPts val="600"/>
              </a:spcBef>
              <a:spcAft>
                <a:spcPts val="0"/>
              </a:spcAft>
              <a:buSzPts val="1000"/>
              <a:buChar char="■"/>
              <a:defRPr sz="1000"/>
            </a:lvl6pPr>
            <a:lvl7pPr indent="-292100" lvl="6" marL="3200400">
              <a:spcBef>
                <a:spcPts val="600"/>
              </a:spcBef>
              <a:spcAft>
                <a:spcPts val="0"/>
              </a:spcAft>
              <a:buSzPts val="1000"/>
              <a:buChar char="●"/>
              <a:defRPr sz="1000"/>
            </a:lvl7pPr>
            <a:lvl8pPr indent="-292100" lvl="7" marL="3657600">
              <a:spcBef>
                <a:spcPts val="600"/>
              </a:spcBef>
              <a:spcAft>
                <a:spcPts val="0"/>
              </a:spcAft>
              <a:buSzPts val="1000"/>
              <a:buChar char="○"/>
              <a:defRPr sz="1000"/>
            </a:lvl8pPr>
            <a:lvl9pPr indent="-292100" lvl="8" marL="4114800">
              <a:spcBef>
                <a:spcPts val="600"/>
              </a:spcBef>
              <a:spcAft>
                <a:spcPts val="600"/>
              </a:spcAft>
              <a:buSzPts val="1000"/>
              <a:buChar char="■"/>
              <a:defRPr sz="1000"/>
            </a:lvl9pPr>
          </a:lstStyle>
          <a:p/>
        </p:txBody>
      </p:sp>
      <p:sp>
        <p:nvSpPr>
          <p:cNvPr id="133" name="Google Shape;133;p26"/>
          <p:cNvSpPr txBox="1"/>
          <p:nvPr>
            <p:ph idx="4" type="body"/>
          </p:nvPr>
        </p:nvSpPr>
        <p:spPr>
          <a:xfrm>
            <a:off x="5824575" y="3180700"/>
            <a:ext cx="2911800" cy="10968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SzPts val="1000"/>
              <a:buChar char="●"/>
              <a:defRPr sz="1000"/>
            </a:lvl1pPr>
            <a:lvl2pPr indent="-292100" lvl="1" marL="914400">
              <a:spcBef>
                <a:spcPts val="600"/>
              </a:spcBef>
              <a:spcAft>
                <a:spcPts val="0"/>
              </a:spcAft>
              <a:buSzPts val="1000"/>
              <a:buChar char="○"/>
              <a:defRPr sz="1000"/>
            </a:lvl2pPr>
            <a:lvl3pPr indent="-292100" lvl="2" marL="1371600">
              <a:spcBef>
                <a:spcPts val="600"/>
              </a:spcBef>
              <a:spcAft>
                <a:spcPts val="0"/>
              </a:spcAft>
              <a:buSzPts val="1000"/>
              <a:buChar char="■"/>
              <a:defRPr sz="1000"/>
            </a:lvl3pPr>
            <a:lvl4pPr indent="-292100" lvl="3" marL="1828800">
              <a:spcBef>
                <a:spcPts val="600"/>
              </a:spcBef>
              <a:spcAft>
                <a:spcPts val="0"/>
              </a:spcAft>
              <a:buSzPts val="1000"/>
              <a:buChar char="●"/>
              <a:defRPr sz="1000"/>
            </a:lvl4pPr>
            <a:lvl5pPr indent="-292100" lvl="4" marL="2286000">
              <a:spcBef>
                <a:spcPts val="600"/>
              </a:spcBef>
              <a:spcAft>
                <a:spcPts val="0"/>
              </a:spcAft>
              <a:buSzPts val="1000"/>
              <a:buChar char="○"/>
              <a:defRPr sz="1000"/>
            </a:lvl5pPr>
            <a:lvl6pPr indent="-292100" lvl="5" marL="2743200">
              <a:spcBef>
                <a:spcPts val="600"/>
              </a:spcBef>
              <a:spcAft>
                <a:spcPts val="0"/>
              </a:spcAft>
              <a:buSzPts val="1000"/>
              <a:buChar char="■"/>
              <a:defRPr sz="1000"/>
            </a:lvl6pPr>
            <a:lvl7pPr indent="-292100" lvl="6" marL="3200400">
              <a:spcBef>
                <a:spcPts val="600"/>
              </a:spcBef>
              <a:spcAft>
                <a:spcPts val="0"/>
              </a:spcAft>
              <a:buSzPts val="1000"/>
              <a:buChar char="●"/>
              <a:defRPr sz="1000"/>
            </a:lvl7pPr>
            <a:lvl8pPr indent="-292100" lvl="7" marL="3657600">
              <a:spcBef>
                <a:spcPts val="600"/>
              </a:spcBef>
              <a:spcAft>
                <a:spcPts val="0"/>
              </a:spcAft>
              <a:buSzPts val="1000"/>
              <a:buChar char="○"/>
              <a:defRPr sz="1000"/>
            </a:lvl8pPr>
            <a:lvl9pPr indent="-292100" lvl="8" marL="4114800">
              <a:spcBef>
                <a:spcPts val="600"/>
              </a:spcBef>
              <a:spcAft>
                <a:spcPts val="600"/>
              </a:spcAft>
              <a:buSzPts val="1000"/>
              <a:buChar char="■"/>
              <a:defRPr sz="1000"/>
            </a:lvl9pPr>
          </a:lstStyle>
          <a:p/>
        </p:txBody>
      </p:sp>
      <p:pic>
        <p:nvPicPr>
          <p:cNvPr id="134" name="Google Shape;134;p26"/>
          <p:cNvPicPr preferRelativeResize="0"/>
          <p:nvPr/>
        </p:nvPicPr>
        <p:blipFill rotWithShape="1">
          <a:blip r:embed="rId3">
            <a:alphaModFix/>
          </a:blip>
          <a:srcRect b="0" l="0" r="0" t="29770"/>
          <a:stretch/>
        </p:blipFill>
        <p:spPr>
          <a:xfrm>
            <a:off x="0" y="1"/>
            <a:ext cx="9144003" cy="263400"/>
          </a:xfrm>
          <a:prstGeom prst="rect">
            <a:avLst/>
          </a:prstGeom>
          <a:noFill/>
          <a:ln>
            <a:noFill/>
          </a:ln>
        </p:spPr>
      </p:pic>
    </p:spTree>
  </p:cSld>
  <p:clrMapOvr>
    <a:masterClrMapping/>
  </p:clrMapOvr>
  <p:extLst>
    <p:ext uri="{DCECCB84-F9BA-43D5-87BE-67443E8EF086}">
      <p15:sldGuideLst>
        <p15:guide id="1" pos="2880">
          <p15:clr>
            <a:srgbClr val="FA7B17"/>
          </p15:clr>
        </p15:guide>
        <p15:guide id="2" orient="horz" pos="432">
          <p15:clr>
            <a:srgbClr val="FA7B17"/>
          </p15:clr>
        </p15:guide>
      </p15:sldGuideLst>
    </p:ext>
  </p:extLs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1">
  <p:cSld name="CUSTOM_2">
    <p:bg>
      <p:bgPr>
        <a:solidFill>
          <a:srgbClr val="220337"/>
        </a:solidFill>
      </p:bgPr>
    </p:bg>
    <p:spTree>
      <p:nvGrpSpPr>
        <p:cNvPr id="135" name="Shape 135"/>
        <p:cNvGrpSpPr/>
        <p:nvPr/>
      </p:nvGrpSpPr>
      <p:grpSpPr>
        <a:xfrm>
          <a:off x="0" y="0"/>
          <a:ext cx="0" cy="0"/>
          <a:chOff x="0" y="0"/>
          <a:chExt cx="0" cy="0"/>
        </a:xfrm>
      </p:grpSpPr>
      <p:pic>
        <p:nvPicPr>
          <p:cNvPr id="136" name="Google Shape;136;p27"/>
          <p:cNvPicPr preferRelativeResize="0"/>
          <p:nvPr/>
        </p:nvPicPr>
        <p:blipFill>
          <a:blip r:embed="rId2">
            <a:alphaModFix/>
          </a:blip>
          <a:stretch>
            <a:fillRect/>
          </a:stretch>
        </p:blipFill>
        <p:spPr>
          <a:xfrm>
            <a:off x="0" y="0"/>
            <a:ext cx="9144003" cy="5143501"/>
          </a:xfrm>
          <a:prstGeom prst="rect">
            <a:avLst/>
          </a:prstGeom>
          <a:noFill/>
          <a:ln>
            <a:noFill/>
          </a:ln>
        </p:spPr>
      </p:pic>
      <p:pic>
        <p:nvPicPr>
          <p:cNvPr descr=" " id="137" name="Google Shape;137;p27"/>
          <p:cNvPicPr preferRelativeResize="0"/>
          <p:nvPr/>
        </p:nvPicPr>
        <p:blipFill rotWithShape="1">
          <a:blip r:embed="rId3">
            <a:alphaModFix/>
          </a:blip>
          <a:srcRect b="0" l="0" r="0" t="0"/>
          <a:stretch/>
        </p:blipFill>
        <p:spPr>
          <a:xfrm>
            <a:off x="407175" y="4539121"/>
            <a:ext cx="776077" cy="263400"/>
          </a:xfrm>
          <a:prstGeom prst="rect">
            <a:avLst/>
          </a:prstGeom>
          <a:noFill/>
          <a:ln>
            <a:noFill/>
          </a:ln>
        </p:spPr>
      </p:pic>
      <p:sp>
        <p:nvSpPr>
          <p:cNvPr id="138" name="Google Shape;138;p27"/>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 sz="700">
                <a:solidFill>
                  <a:srgbClr val="FFFFFF"/>
                </a:solidFill>
                <a:latin typeface="Montserrat"/>
                <a:ea typeface="Montserrat"/>
                <a:cs typeface="Montserrat"/>
                <a:sym typeface="Montserrat"/>
              </a:rPr>
              <a:t>‹#›</a:t>
            </a:fld>
            <a:endParaRPr b="1" sz="700">
              <a:solidFill>
                <a:srgbClr val="FFFFFF"/>
              </a:solidFill>
              <a:latin typeface="Montserrat"/>
              <a:ea typeface="Montserrat"/>
              <a:cs typeface="Montserrat"/>
              <a:sym typeface="Montserrat"/>
            </a:endParaRPr>
          </a:p>
        </p:txBody>
      </p:sp>
      <p:sp>
        <p:nvSpPr>
          <p:cNvPr id="139" name="Google Shape;139;p27"/>
          <p:cNvSpPr txBox="1"/>
          <p:nvPr>
            <p:ph type="title"/>
          </p:nvPr>
        </p:nvSpPr>
        <p:spPr>
          <a:xfrm>
            <a:off x="904850" y="1264532"/>
            <a:ext cx="6710700" cy="1595100"/>
          </a:xfrm>
          <a:prstGeom prst="rect">
            <a:avLst/>
          </a:prstGeom>
        </p:spPr>
        <p:txBody>
          <a:bodyPr anchorCtr="0" anchor="ctr" bIns="91425" lIns="91425" spcFirstLastPara="1" rIns="91425" wrap="square" tIns="91425">
            <a:noAutofit/>
          </a:bodyPr>
          <a:lstStyle>
            <a:lvl1pPr lvl="0">
              <a:lnSpc>
                <a:spcPct val="80000"/>
              </a:lnSpc>
              <a:spcBef>
                <a:spcPts val="0"/>
              </a:spcBef>
              <a:spcAft>
                <a:spcPts val="0"/>
              </a:spcAft>
              <a:buNone/>
              <a:defRPr sz="6000">
                <a:solidFill>
                  <a:schemeClr val="dk1"/>
                </a:solidFill>
              </a:defRPr>
            </a:lvl1pPr>
            <a:lvl2pPr lvl="1">
              <a:spcBef>
                <a:spcPts val="0"/>
              </a:spcBef>
              <a:spcAft>
                <a:spcPts val="0"/>
              </a:spcAft>
              <a:buNone/>
              <a:defRPr>
                <a:solidFill>
                  <a:srgbClr val="FFFFFF"/>
                </a:solidFill>
              </a:defRPr>
            </a:lvl2pPr>
            <a:lvl3pPr lvl="2">
              <a:spcBef>
                <a:spcPts val="0"/>
              </a:spcBef>
              <a:spcAft>
                <a:spcPts val="0"/>
              </a:spcAft>
              <a:buNone/>
              <a:defRPr>
                <a:solidFill>
                  <a:srgbClr val="FFFFFF"/>
                </a:solidFill>
              </a:defRPr>
            </a:lvl3pPr>
            <a:lvl4pPr lvl="3">
              <a:spcBef>
                <a:spcPts val="0"/>
              </a:spcBef>
              <a:spcAft>
                <a:spcPts val="0"/>
              </a:spcAft>
              <a:buNone/>
              <a:defRPr>
                <a:solidFill>
                  <a:srgbClr val="FFFFFF"/>
                </a:solidFill>
              </a:defRPr>
            </a:lvl4pPr>
            <a:lvl5pPr lvl="4">
              <a:spcBef>
                <a:spcPts val="0"/>
              </a:spcBef>
              <a:spcAft>
                <a:spcPts val="0"/>
              </a:spcAft>
              <a:buNone/>
              <a:defRPr>
                <a:solidFill>
                  <a:srgbClr val="FFFFFF"/>
                </a:solidFill>
              </a:defRPr>
            </a:lvl5pPr>
            <a:lvl6pPr lvl="5">
              <a:spcBef>
                <a:spcPts val="0"/>
              </a:spcBef>
              <a:spcAft>
                <a:spcPts val="0"/>
              </a:spcAft>
              <a:buNone/>
              <a:defRPr>
                <a:solidFill>
                  <a:srgbClr val="FFFFFF"/>
                </a:solidFill>
              </a:defRPr>
            </a:lvl6pPr>
            <a:lvl7pPr lvl="6">
              <a:spcBef>
                <a:spcPts val="0"/>
              </a:spcBef>
              <a:spcAft>
                <a:spcPts val="0"/>
              </a:spcAft>
              <a:buNone/>
              <a:defRPr>
                <a:solidFill>
                  <a:srgbClr val="FFFFFF"/>
                </a:solidFill>
              </a:defRPr>
            </a:lvl7pPr>
            <a:lvl8pPr lvl="7">
              <a:spcBef>
                <a:spcPts val="0"/>
              </a:spcBef>
              <a:spcAft>
                <a:spcPts val="0"/>
              </a:spcAft>
              <a:buNone/>
              <a:defRPr>
                <a:solidFill>
                  <a:srgbClr val="FFFFFF"/>
                </a:solidFill>
              </a:defRPr>
            </a:lvl8pPr>
            <a:lvl9pPr lvl="8">
              <a:spcBef>
                <a:spcPts val="0"/>
              </a:spcBef>
              <a:spcAft>
                <a:spcPts val="0"/>
              </a:spcAft>
              <a:buNone/>
              <a:defRPr>
                <a:solidFill>
                  <a:srgbClr val="FFFFFF"/>
                </a:solidFill>
              </a:defRPr>
            </a:lvl9pPr>
          </a:lstStyle>
          <a:p/>
        </p:txBody>
      </p:sp>
      <p:sp>
        <p:nvSpPr>
          <p:cNvPr id="140" name="Google Shape;140;p27"/>
          <p:cNvSpPr txBox="1"/>
          <p:nvPr>
            <p:ph idx="1" type="subTitle"/>
          </p:nvPr>
        </p:nvSpPr>
        <p:spPr>
          <a:xfrm>
            <a:off x="974919" y="3029082"/>
            <a:ext cx="3715200" cy="500700"/>
          </a:xfrm>
          <a:prstGeom prst="rect">
            <a:avLst/>
          </a:prstGeom>
        </p:spPr>
        <p:txBody>
          <a:bodyPr anchorCtr="0" anchor="t" bIns="91425" lIns="91425" spcFirstLastPara="1" rIns="91425" wrap="square" tIns="91425">
            <a:noAutofit/>
          </a:bodyPr>
          <a:lstStyle>
            <a:lvl1pPr lvl="0">
              <a:spcBef>
                <a:spcPts val="0"/>
              </a:spcBef>
              <a:spcAft>
                <a:spcPts val="0"/>
              </a:spcAft>
              <a:buNone/>
              <a:defRPr>
                <a:solidFill>
                  <a:schemeClr val="dk1"/>
                </a:solidFill>
              </a:defRPr>
            </a:lvl1pPr>
            <a:lvl2pPr lvl="1">
              <a:spcBef>
                <a:spcPts val="160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pic>
        <p:nvPicPr>
          <p:cNvPr descr=" " id="141" name="Google Shape;141;p27"/>
          <p:cNvPicPr preferRelativeResize="0"/>
          <p:nvPr/>
        </p:nvPicPr>
        <p:blipFill>
          <a:blip r:embed="rId4">
            <a:alphaModFix/>
          </a:blip>
          <a:stretch>
            <a:fillRect/>
          </a:stretch>
        </p:blipFill>
        <p:spPr>
          <a:xfrm>
            <a:off x="407175" y="4539121"/>
            <a:ext cx="776077" cy="263400"/>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2">
  <p:cSld name="CUSTOM_3">
    <p:bg>
      <p:bgPr>
        <a:solidFill>
          <a:schemeClr val="lt2"/>
        </a:solidFill>
      </p:bgPr>
    </p:bg>
    <p:spTree>
      <p:nvGrpSpPr>
        <p:cNvPr id="142" name="Shape 142"/>
        <p:cNvGrpSpPr/>
        <p:nvPr/>
      </p:nvGrpSpPr>
      <p:grpSpPr>
        <a:xfrm>
          <a:off x="0" y="0"/>
          <a:ext cx="0" cy="0"/>
          <a:chOff x="0" y="0"/>
          <a:chExt cx="0" cy="0"/>
        </a:xfrm>
      </p:grpSpPr>
      <p:pic>
        <p:nvPicPr>
          <p:cNvPr id="143" name="Google Shape;143;p28"/>
          <p:cNvPicPr preferRelativeResize="0"/>
          <p:nvPr/>
        </p:nvPicPr>
        <p:blipFill>
          <a:blip r:embed="rId2">
            <a:alphaModFix/>
          </a:blip>
          <a:stretch>
            <a:fillRect/>
          </a:stretch>
        </p:blipFill>
        <p:spPr>
          <a:xfrm>
            <a:off x="-62802" y="-34225"/>
            <a:ext cx="9269596" cy="5180999"/>
          </a:xfrm>
          <a:prstGeom prst="rect">
            <a:avLst/>
          </a:prstGeom>
          <a:noFill/>
          <a:ln>
            <a:noFill/>
          </a:ln>
        </p:spPr>
      </p:pic>
      <p:pic>
        <p:nvPicPr>
          <p:cNvPr descr=" " id="144" name="Google Shape;144;p28"/>
          <p:cNvPicPr preferRelativeResize="0"/>
          <p:nvPr/>
        </p:nvPicPr>
        <p:blipFill>
          <a:blip r:embed="rId3">
            <a:alphaModFix/>
          </a:blip>
          <a:stretch>
            <a:fillRect/>
          </a:stretch>
        </p:blipFill>
        <p:spPr>
          <a:xfrm>
            <a:off x="407175" y="4539121"/>
            <a:ext cx="776077" cy="263400"/>
          </a:xfrm>
          <a:prstGeom prst="rect">
            <a:avLst/>
          </a:prstGeom>
          <a:noFill/>
          <a:ln>
            <a:noFill/>
          </a:ln>
        </p:spPr>
      </p:pic>
      <p:sp>
        <p:nvSpPr>
          <p:cNvPr id="145" name="Google Shape;145;p28"/>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 sz="700">
                <a:solidFill>
                  <a:schemeClr val="accent2"/>
                </a:solidFill>
                <a:latin typeface="Montserrat"/>
                <a:ea typeface="Montserrat"/>
                <a:cs typeface="Montserrat"/>
                <a:sym typeface="Montserrat"/>
              </a:rPr>
              <a:t>‹#›</a:t>
            </a:fld>
            <a:endParaRPr b="1" sz="700">
              <a:solidFill>
                <a:schemeClr val="accent2"/>
              </a:solidFill>
              <a:latin typeface="Montserrat"/>
              <a:ea typeface="Montserrat"/>
              <a:cs typeface="Montserrat"/>
              <a:sym typeface="Montserrat"/>
            </a:endParaRPr>
          </a:p>
        </p:txBody>
      </p:sp>
      <p:sp>
        <p:nvSpPr>
          <p:cNvPr id="146" name="Google Shape;146;p28"/>
          <p:cNvSpPr txBox="1"/>
          <p:nvPr>
            <p:ph type="title"/>
          </p:nvPr>
        </p:nvSpPr>
        <p:spPr>
          <a:xfrm>
            <a:off x="592275" y="522825"/>
            <a:ext cx="8144400" cy="3753000"/>
          </a:xfrm>
          <a:prstGeom prst="rect">
            <a:avLst/>
          </a:prstGeom>
        </p:spPr>
        <p:txBody>
          <a:bodyPr anchorCtr="0" anchor="ctr" bIns="91425" lIns="91425" spcFirstLastPara="1" rIns="91425" wrap="square" tIns="91425">
            <a:noAutofit/>
          </a:bodyPr>
          <a:lstStyle>
            <a:lvl1pPr lvl="0">
              <a:lnSpc>
                <a:spcPct val="80000"/>
              </a:lnSpc>
              <a:spcBef>
                <a:spcPts val="0"/>
              </a:spcBef>
              <a:spcAft>
                <a:spcPts val="0"/>
              </a:spcAft>
              <a:buNone/>
              <a:defRPr sz="6000">
                <a:solidFill>
                  <a:schemeClr val="dk1"/>
                </a:solidFill>
              </a:defRPr>
            </a:lvl1pPr>
            <a:lvl2pPr lvl="1">
              <a:spcBef>
                <a:spcPts val="0"/>
              </a:spcBef>
              <a:spcAft>
                <a:spcPts val="0"/>
              </a:spcAft>
              <a:buNone/>
              <a:defRPr>
                <a:solidFill>
                  <a:schemeClr val="dk1"/>
                </a:solidFill>
              </a:defRPr>
            </a:lvl2pPr>
            <a:lvl3pPr lvl="2">
              <a:spcBef>
                <a:spcPts val="0"/>
              </a:spcBef>
              <a:spcAft>
                <a:spcPts val="0"/>
              </a:spcAft>
              <a:buNone/>
              <a:defRPr>
                <a:solidFill>
                  <a:schemeClr val="dk1"/>
                </a:solidFill>
              </a:defRPr>
            </a:lvl3pPr>
            <a:lvl4pPr lvl="3">
              <a:spcBef>
                <a:spcPts val="0"/>
              </a:spcBef>
              <a:spcAft>
                <a:spcPts val="0"/>
              </a:spcAft>
              <a:buNone/>
              <a:defRPr>
                <a:solidFill>
                  <a:schemeClr val="dk1"/>
                </a:solidFill>
              </a:defRPr>
            </a:lvl4pPr>
            <a:lvl5pPr lvl="4">
              <a:spcBef>
                <a:spcPts val="0"/>
              </a:spcBef>
              <a:spcAft>
                <a:spcPts val="0"/>
              </a:spcAft>
              <a:buNone/>
              <a:defRPr>
                <a:solidFill>
                  <a:schemeClr val="dk1"/>
                </a:solidFill>
              </a:defRPr>
            </a:lvl5pPr>
            <a:lvl6pPr lvl="5">
              <a:spcBef>
                <a:spcPts val="0"/>
              </a:spcBef>
              <a:spcAft>
                <a:spcPts val="0"/>
              </a:spcAft>
              <a:buNone/>
              <a:defRPr>
                <a:solidFill>
                  <a:schemeClr val="dk1"/>
                </a:solidFill>
              </a:defRPr>
            </a:lvl6pPr>
            <a:lvl7pPr lvl="6">
              <a:spcBef>
                <a:spcPts val="0"/>
              </a:spcBef>
              <a:spcAft>
                <a:spcPts val="0"/>
              </a:spcAft>
              <a:buNone/>
              <a:defRPr>
                <a:solidFill>
                  <a:schemeClr val="dk1"/>
                </a:solidFill>
              </a:defRPr>
            </a:lvl7pPr>
            <a:lvl8pPr lvl="7">
              <a:spcBef>
                <a:spcPts val="0"/>
              </a:spcBef>
              <a:spcAft>
                <a:spcPts val="0"/>
              </a:spcAft>
              <a:buNone/>
              <a:defRPr>
                <a:solidFill>
                  <a:schemeClr val="dk1"/>
                </a:solidFill>
              </a:defRPr>
            </a:lvl8pPr>
            <a:lvl9pPr lvl="8">
              <a:spcBef>
                <a:spcPts val="0"/>
              </a:spcBef>
              <a:spcAft>
                <a:spcPts val="0"/>
              </a:spcAft>
              <a:buNone/>
              <a:defRPr>
                <a:solidFill>
                  <a:schemeClr val="dk1"/>
                </a:solidFill>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with folio" type="blank">
  <p:cSld name="BLANK">
    <p:spTree>
      <p:nvGrpSpPr>
        <p:cNvPr id="147" name="Shape 147"/>
        <p:cNvGrpSpPr/>
        <p:nvPr/>
      </p:nvGrpSpPr>
      <p:grpSpPr>
        <a:xfrm>
          <a:off x="0" y="0"/>
          <a:ext cx="0" cy="0"/>
          <a:chOff x="0" y="0"/>
          <a:chExt cx="0" cy="0"/>
        </a:xfrm>
      </p:grpSpPr>
      <p:pic>
        <p:nvPicPr>
          <p:cNvPr descr=" " id="148" name="Google Shape;148;p29"/>
          <p:cNvPicPr preferRelativeResize="0"/>
          <p:nvPr/>
        </p:nvPicPr>
        <p:blipFill>
          <a:blip r:embed="rId2">
            <a:alphaModFix/>
          </a:blip>
          <a:stretch>
            <a:fillRect/>
          </a:stretch>
        </p:blipFill>
        <p:spPr>
          <a:xfrm>
            <a:off x="407175" y="4539121"/>
            <a:ext cx="776077" cy="263400"/>
          </a:xfrm>
          <a:prstGeom prst="rect">
            <a:avLst/>
          </a:prstGeom>
          <a:noFill/>
          <a:ln>
            <a:noFill/>
          </a:ln>
        </p:spPr>
      </p:pic>
      <p:sp>
        <p:nvSpPr>
          <p:cNvPr id="149" name="Google Shape;149;p29"/>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 sz="700">
                <a:solidFill>
                  <a:schemeClr val="accent2"/>
                </a:solidFill>
                <a:latin typeface="Montserrat"/>
                <a:ea typeface="Montserrat"/>
                <a:cs typeface="Montserrat"/>
                <a:sym typeface="Montserrat"/>
              </a:rPr>
              <a:t>‹#›</a:t>
            </a:fld>
            <a:endParaRPr b="1" sz="700">
              <a:solidFill>
                <a:schemeClr val="accent2"/>
              </a:solidFill>
              <a:latin typeface="Montserrat"/>
              <a:ea typeface="Montserrat"/>
              <a:cs typeface="Montserrat"/>
              <a:sym typeface="Montserrat"/>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_1">
    <p:spTree>
      <p:nvGrpSpPr>
        <p:cNvPr id="150" name="Shape 15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5" Type="http://schemas.openxmlformats.org/officeDocument/2006/relationships/slideLayout" Target="../slideLayouts/slideLayout16.xml"/><Relationship Id="rId6" Type="http://schemas.openxmlformats.org/officeDocument/2006/relationships/slideLayout" Target="../slideLayouts/slideLayout17.xml"/><Relationship Id="rId18" Type="http://schemas.openxmlformats.org/officeDocument/2006/relationships/theme" Target="../theme/theme3.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368825"/>
            <a:ext cx="84249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rgbClr val="57068C"/>
              </a:buClr>
              <a:buSzPts val="3600"/>
              <a:buFont typeface="Frank Ruhl Libre"/>
              <a:buNone/>
              <a:defRPr b="1" sz="3600">
                <a:solidFill>
                  <a:srgbClr val="57068C"/>
                </a:solidFill>
                <a:latin typeface="Frank Ruhl Libre"/>
                <a:ea typeface="Frank Ruhl Libre"/>
                <a:cs typeface="Frank Ruhl Libre"/>
                <a:sym typeface="Frank Ruhl Libre"/>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52" name="Google Shape;52;p13"/>
          <p:cNvSpPr txBox="1"/>
          <p:nvPr>
            <p:ph idx="1" type="body"/>
          </p:nvPr>
        </p:nvSpPr>
        <p:spPr>
          <a:xfrm>
            <a:off x="311700" y="1152475"/>
            <a:ext cx="8424900" cy="31233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rgbClr val="57068C"/>
              </a:buClr>
              <a:buSzPts val="1800"/>
              <a:buFont typeface="Montserrat"/>
              <a:buChar char="●"/>
              <a:defRPr sz="1800">
                <a:solidFill>
                  <a:srgbClr val="333333"/>
                </a:solidFill>
                <a:latin typeface="Montserrat"/>
                <a:ea typeface="Montserrat"/>
                <a:cs typeface="Montserrat"/>
                <a:sym typeface="Montserrat"/>
              </a:defRPr>
            </a:lvl1pPr>
            <a:lvl2pPr indent="-317500" lvl="1" marL="914400">
              <a:lnSpc>
                <a:spcPct val="115000"/>
              </a:lnSpc>
              <a:spcBef>
                <a:spcPts val="1600"/>
              </a:spcBef>
              <a:spcAft>
                <a:spcPts val="0"/>
              </a:spcAft>
              <a:buClr>
                <a:srgbClr val="57068C"/>
              </a:buClr>
              <a:buSzPts val="1400"/>
              <a:buFont typeface="Montserrat"/>
              <a:buChar char="○"/>
              <a:defRPr>
                <a:solidFill>
                  <a:srgbClr val="333333"/>
                </a:solidFill>
                <a:latin typeface="Montserrat"/>
                <a:ea typeface="Montserrat"/>
                <a:cs typeface="Montserrat"/>
                <a:sym typeface="Montserrat"/>
              </a:defRPr>
            </a:lvl2pPr>
            <a:lvl3pPr indent="-317500" lvl="2" marL="1371600">
              <a:lnSpc>
                <a:spcPct val="115000"/>
              </a:lnSpc>
              <a:spcBef>
                <a:spcPts val="1600"/>
              </a:spcBef>
              <a:spcAft>
                <a:spcPts val="0"/>
              </a:spcAft>
              <a:buClr>
                <a:srgbClr val="57068C"/>
              </a:buClr>
              <a:buSzPts val="1400"/>
              <a:buFont typeface="Montserrat"/>
              <a:buChar char="■"/>
              <a:defRPr>
                <a:solidFill>
                  <a:srgbClr val="333333"/>
                </a:solidFill>
                <a:latin typeface="Montserrat"/>
                <a:ea typeface="Montserrat"/>
                <a:cs typeface="Montserrat"/>
                <a:sym typeface="Montserrat"/>
              </a:defRPr>
            </a:lvl3pPr>
            <a:lvl4pPr indent="-317500" lvl="3" marL="1828800">
              <a:lnSpc>
                <a:spcPct val="115000"/>
              </a:lnSpc>
              <a:spcBef>
                <a:spcPts val="1600"/>
              </a:spcBef>
              <a:spcAft>
                <a:spcPts val="0"/>
              </a:spcAft>
              <a:buClr>
                <a:srgbClr val="57068C"/>
              </a:buClr>
              <a:buSzPts val="1400"/>
              <a:buFont typeface="Montserrat"/>
              <a:buChar char="●"/>
              <a:defRPr>
                <a:solidFill>
                  <a:srgbClr val="333333"/>
                </a:solidFill>
                <a:latin typeface="Montserrat"/>
                <a:ea typeface="Montserrat"/>
                <a:cs typeface="Montserrat"/>
                <a:sym typeface="Montserrat"/>
              </a:defRPr>
            </a:lvl4pPr>
            <a:lvl5pPr indent="-317500" lvl="4" marL="2286000">
              <a:lnSpc>
                <a:spcPct val="115000"/>
              </a:lnSpc>
              <a:spcBef>
                <a:spcPts val="1600"/>
              </a:spcBef>
              <a:spcAft>
                <a:spcPts val="0"/>
              </a:spcAft>
              <a:buClr>
                <a:srgbClr val="57068C"/>
              </a:buClr>
              <a:buSzPts val="1400"/>
              <a:buFont typeface="Montserrat"/>
              <a:buChar char="○"/>
              <a:defRPr>
                <a:solidFill>
                  <a:srgbClr val="333333"/>
                </a:solidFill>
                <a:latin typeface="Montserrat"/>
                <a:ea typeface="Montserrat"/>
                <a:cs typeface="Montserrat"/>
                <a:sym typeface="Montserrat"/>
              </a:defRPr>
            </a:lvl5pPr>
            <a:lvl6pPr indent="-317500" lvl="5" marL="2743200">
              <a:lnSpc>
                <a:spcPct val="115000"/>
              </a:lnSpc>
              <a:spcBef>
                <a:spcPts val="1600"/>
              </a:spcBef>
              <a:spcAft>
                <a:spcPts val="0"/>
              </a:spcAft>
              <a:buClr>
                <a:srgbClr val="57068C"/>
              </a:buClr>
              <a:buSzPts val="1400"/>
              <a:buFont typeface="Montserrat"/>
              <a:buChar char="■"/>
              <a:defRPr>
                <a:solidFill>
                  <a:srgbClr val="333333"/>
                </a:solidFill>
                <a:latin typeface="Montserrat"/>
                <a:ea typeface="Montserrat"/>
                <a:cs typeface="Montserrat"/>
                <a:sym typeface="Montserrat"/>
              </a:defRPr>
            </a:lvl6pPr>
            <a:lvl7pPr indent="-317500" lvl="6" marL="3200400">
              <a:lnSpc>
                <a:spcPct val="115000"/>
              </a:lnSpc>
              <a:spcBef>
                <a:spcPts val="1600"/>
              </a:spcBef>
              <a:spcAft>
                <a:spcPts val="0"/>
              </a:spcAft>
              <a:buClr>
                <a:srgbClr val="57068C"/>
              </a:buClr>
              <a:buSzPts val="1400"/>
              <a:buFont typeface="Montserrat"/>
              <a:buChar char="●"/>
              <a:defRPr>
                <a:solidFill>
                  <a:srgbClr val="333333"/>
                </a:solidFill>
                <a:latin typeface="Montserrat"/>
                <a:ea typeface="Montserrat"/>
                <a:cs typeface="Montserrat"/>
                <a:sym typeface="Montserrat"/>
              </a:defRPr>
            </a:lvl7pPr>
            <a:lvl8pPr indent="-317500" lvl="7" marL="3657600">
              <a:lnSpc>
                <a:spcPct val="115000"/>
              </a:lnSpc>
              <a:spcBef>
                <a:spcPts val="1600"/>
              </a:spcBef>
              <a:spcAft>
                <a:spcPts val="0"/>
              </a:spcAft>
              <a:buClr>
                <a:srgbClr val="57068C"/>
              </a:buClr>
              <a:buSzPts val="1400"/>
              <a:buFont typeface="Montserrat"/>
              <a:buChar char="○"/>
              <a:defRPr>
                <a:solidFill>
                  <a:srgbClr val="333333"/>
                </a:solidFill>
                <a:latin typeface="Montserrat"/>
                <a:ea typeface="Montserrat"/>
                <a:cs typeface="Montserrat"/>
                <a:sym typeface="Montserrat"/>
              </a:defRPr>
            </a:lvl8pPr>
            <a:lvl9pPr indent="-317500" lvl="8" marL="4114800">
              <a:lnSpc>
                <a:spcPct val="115000"/>
              </a:lnSpc>
              <a:spcBef>
                <a:spcPts val="1600"/>
              </a:spcBef>
              <a:spcAft>
                <a:spcPts val="1600"/>
              </a:spcAft>
              <a:buClr>
                <a:srgbClr val="57068C"/>
              </a:buClr>
              <a:buSzPts val="1400"/>
              <a:buFont typeface="Montserrat"/>
              <a:buChar char="■"/>
              <a:defRPr>
                <a:solidFill>
                  <a:srgbClr val="333333"/>
                </a:solidFill>
                <a:latin typeface="Montserrat"/>
                <a:ea typeface="Montserrat"/>
                <a:cs typeface="Montserrat"/>
                <a:sym typeface="Montserrat"/>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56">
          <p15:clr>
            <a:srgbClr val="EA4335"/>
          </p15:clr>
        </p15:guide>
        <p15:guide id="2" orient="horz" pos="3025">
          <p15:clr>
            <a:srgbClr val="EA4335"/>
          </p15:clr>
        </p15:guide>
        <p15:guide id="3" pos="5503">
          <p15:clr>
            <a:srgbClr val="EA4335"/>
          </p15:clr>
        </p15:guide>
        <p15:guide id="4" orient="horz" pos="2693">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5.xml"/><Relationship Id="rId3" Type="http://schemas.openxmlformats.org/officeDocument/2006/relationships/image" Target="../media/image17.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8.xml"/><Relationship Id="rId3" Type="http://schemas.openxmlformats.org/officeDocument/2006/relationships/image" Target="../media/image22.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9.xml"/><Relationship Id="rId3" Type="http://schemas.openxmlformats.org/officeDocument/2006/relationships/image" Target="../media/image2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0.xml"/><Relationship Id="rId3" Type="http://schemas.openxmlformats.org/officeDocument/2006/relationships/image" Target="../media/image12.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4.xml"/><Relationship Id="rId3"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6.xml"/><Relationship Id="rId3"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31"/>
          <p:cNvSpPr txBox="1"/>
          <p:nvPr>
            <p:ph type="title"/>
          </p:nvPr>
        </p:nvSpPr>
        <p:spPr>
          <a:xfrm>
            <a:off x="904850" y="1253682"/>
            <a:ext cx="7333800" cy="1595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5000"/>
              <a:t>FX Ambiguity and Safe‑Haven Reserve Allocation</a:t>
            </a:r>
            <a:endParaRPr sz="5000"/>
          </a:p>
        </p:txBody>
      </p:sp>
      <p:sp>
        <p:nvSpPr>
          <p:cNvPr id="156" name="Google Shape;156;p31"/>
          <p:cNvSpPr txBox="1"/>
          <p:nvPr>
            <p:ph idx="1" type="body"/>
          </p:nvPr>
        </p:nvSpPr>
        <p:spPr>
          <a:xfrm>
            <a:off x="2496200" y="4275729"/>
            <a:ext cx="4151400" cy="304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November 14, 2025</a:t>
            </a:r>
            <a:endParaRPr/>
          </a:p>
          <a:p>
            <a:pPr indent="0" lvl="0" marL="0" rtl="0" algn="l">
              <a:spcBef>
                <a:spcPts val="0"/>
              </a:spcBef>
              <a:spcAft>
                <a:spcPts val="0"/>
              </a:spcAft>
              <a:buNone/>
            </a:pPr>
            <a:r>
              <a:t/>
            </a:r>
            <a:endParaRPr/>
          </a:p>
        </p:txBody>
      </p:sp>
      <p:sp>
        <p:nvSpPr>
          <p:cNvPr id="157" name="Google Shape;157;p31"/>
          <p:cNvSpPr txBox="1"/>
          <p:nvPr>
            <p:ph idx="2" type="subTitle"/>
          </p:nvPr>
        </p:nvSpPr>
        <p:spPr>
          <a:xfrm>
            <a:off x="2241025" y="3346725"/>
            <a:ext cx="5103900" cy="829500"/>
          </a:xfrm>
          <a:prstGeom prst="rect">
            <a:avLst/>
          </a:prstGeom>
        </p:spPr>
        <p:txBody>
          <a:bodyPr anchorCtr="0" anchor="t" bIns="91425" lIns="91425" spcFirstLastPara="1" rIns="91425" wrap="square" tIns="91425">
            <a:normAutofit fontScale="47500" lnSpcReduction="20000"/>
          </a:bodyPr>
          <a:lstStyle/>
          <a:p>
            <a:pPr indent="0" lvl="0" marL="0" rtl="0" algn="ctr">
              <a:lnSpc>
                <a:spcPct val="100000"/>
              </a:lnSpc>
              <a:spcBef>
                <a:spcPts val="0"/>
              </a:spcBef>
              <a:spcAft>
                <a:spcPts val="0"/>
              </a:spcAft>
              <a:buNone/>
            </a:pPr>
            <a:r>
              <a:rPr b="1" lang="en" sz="2800">
                <a:solidFill>
                  <a:srgbClr val="595959"/>
                </a:solidFill>
                <a:latin typeface="Arial"/>
                <a:ea typeface="Arial"/>
                <a:cs typeface="Arial"/>
                <a:sym typeface="Arial"/>
              </a:rPr>
              <a:t>Ruilin Yang, Haolin Liu, Xinye Lyu</a:t>
            </a:r>
            <a:endParaRPr b="1" sz="2800">
              <a:solidFill>
                <a:srgbClr val="595959"/>
              </a:solidFill>
              <a:latin typeface="Arial"/>
              <a:ea typeface="Arial"/>
              <a:cs typeface="Arial"/>
              <a:sym typeface="Arial"/>
            </a:endParaRPr>
          </a:p>
          <a:p>
            <a:pPr indent="0" lvl="0" marL="0" rtl="0" algn="ctr">
              <a:lnSpc>
                <a:spcPct val="100000"/>
              </a:lnSpc>
              <a:spcBef>
                <a:spcPts val="0"/>
              </a:spcBef>
              <a:spcAft>
                <a:spcPts val="0"/>
              </a:spcAft>
              <a:buNone/>
            </a:pPr>
            <a:r>
              <a:t/>
            </a:r>
            <a:endParaRPr sz="1900">
              <a:solidFill>
                <a:srgbClr val="595959"/>
              </a:solidFill>
              <a:latin typeface="Arial"/>
              <a:ea typeface="Arial"/>
              <a:cs typeface="Arial"/>
              <a:sym typeface="Arial"/>
            </a:endParaRPr>
          </a:p>
          <a:p>
            <a:pPr indent="0" lvl="0" marL="0" rtl="0" algn="ctr">
              <a:lnSpc>
                <a:spcPct val="100000"/>
              </a:lnSpc>
              <a:spcBef>
                <a:spcPts val="0"/>
              </a:spcBef>
              <a:spcAft>
                <a:spcPts val="0"/>
              </a:spcAft>
              <a:buNone/>
            </a:pPr>
            <a:r>
              <a:rPr lang="en" sz="1900">
                <a:solidFill>
                  <a:srgbClr val="595959"/>
                </a:solidFill>
                <a:latin typeface="Arial"/>
                <a:ea typeface="Arial"/>
                <a:cs typeface="Arial"/>
                <a:sym typeface="Arial"/>
              </a:rPr>
              <a:t>Professor: James Adams</a:t>
            </a:r>
            <a:endParaRPr sz="1900">
              <a:solidFill>
                <a:srgbClr val="595959"/>
              </a:solidFill>
              <a:latin typeface="Arial"/>
              <a:ea typeface="Arial"/>
              <a:cs typeface="Arial"/>
              <a:sym typeface="Arial"/>
            </a:endParaRPr>
          </a:p>
          <a:p>
            <a:pPr indent="0" lvl="0" marL="0" rtl="0" algn="ctr">
              <a:lnSpc>
                <a:spcPct val="100000"/>
              </a:lnSpc>
              <a:spcBef>
                <a:spcPts val="0"/>
              </a:spcBef>
              <a:spcAft>
                <a:spcPts val="0"/>
              </a:spcAft>
              <a:buNone/>
            </a:pPr>
            <a:r>
              <a:rPr lang="en" sz="1900">
                <a:solidFill>
                  <a:srgbClr val="595959"/>
                </a:solidFill>
                <a:latin typeface="Arial"/>
                <a:ea typeface="Arial"/>
                <a:cs typeface="Arial"/>
                <a:sym typeface="Arial"/>
              </a:rPr>
              <a:t>Financial Risk Management </a:t>
            </a:r>
            <a:endParaRPr sz="1900">
              <a:solidFill>
                <a:srgbClr val="595959"/>
              </a:solidFill>
              <a:latin typeface="Arial"/>
              <a:ea typeface="Arial"/>
              <a:cs typeface="Arial"/>
              <a:sym typeface="Arial"/>
            </a:endParaRPr>
          </a:p>
          <a:p>
            <a:pPr indent="0" lvl="0" marL="0" rtl="0" algn="l">
              <a:lnSpc>
                <a:spcPct val="100000"/>
              </a:lnSpc>
              <a:spcBef>
                <a:spcPts val="0"/>
              </a:spcBef>
              <a:spcAft>
                <a:spcPts val="0"/>
              </a:spcAft>
              <a:buNone/>
            </a:pPr>
            <a:r>
              <a:t/>
            </a:r>
            <a:endParaRPr sz="19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32"/>
          <p:cNvSpPr txBox="1"/>
          <p:nvPr>
            <p:ph type="title"/>
          </p:nvPr>
        </p:nvSpPr>
        <p:spPr>
          <a:xfrm>
            <a:off x="311700" y="708000"/>
            <a:ext cx="3132300" cy="75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Research Motivation</a:t>
            </a:r>
            <a:endParaRPr/>
          </a:p>
        </p:txBody>
      </p:sp>
      <p:sp>
        <p:nvSpPr>
          <p:cNvPr id="163" name="Google Shape;163;p32"/>
          <p:cNvSpPr txBox="1"/>
          <p:nvPr>
            <p:ph idx="1" type="body"/>
          </p:nvPr>
        </p:nvSpPr>
        <p:spPr>
          <a:xfrm>
            <a:off x="311700" y="1542000"/>
            <a:ext cx="8553600" cy="1844100"/>
          </a:xfrm>
          <a:prstGeom prst="rect">
            <a:avLst/>
          </a:prstGeom>
        </p:spPr>
        <p:txBody>
          <a:bodyPr anchorCtr="0" anchor="t" bIns="91425" lIns="91425" spcFirstLastPara="1" rIns="91425" wrap="square" tIns="91425">
            <a:noAutofit/>
          </a:bodyPr>
          <a:lstStyle/>
          <a:p>
            <a:pPr indent="-323850" lvl="0" marL="457200" rtl="0" algn="l">
              <a:lnSpc>
                <a:spcPct val="100000"/>
              </a:lnSpc>
              <a:spcBef>
                <a:spcPts val="0"/>
              </a:spcBef>
              <a:spcAft>
                <a:spcPts val="0"/>
              </a:spcAft>
              <a:buClr>
                <a:schemeClr val="dk2"/>
              </a:buClr>
              <a:buSzPts val="1500"/>
              <a:buChar char="-"/>
            </a:pPr>
            <a:r>
              <a:rPr lang="en" sz="1500">
                <a:solidFill>
                  <a:schemeClr val="dk2"/>
                </a:solidFill>
              </a:rPr>
              <a:t>Central banks manage reserves under uncertainty</a:t>
            </a:r>
            <a:endParaRPr sz="1500">
              <a:solidFill>
                <a:schemeClr val="dk2"/>
              </a:solidFill>
            </a:endParaRPr>
          </a:p>
          <a:p>
            <a:pPr indent="-323850" lvl="0" marL="457200" rtl="0" algn="l">
              <a:lnSpc>
                <a:spcPct val="100000"/>
              </a:lnSpc>
              <a:spcBef>
                <a:spcPts val="0"/>
              </a:spcBef>
              <a:spcAft>
                <a:spcPts val="0"/>
              </a:spcAft>
              <a:buClr>
                <a:schemeClr val="dk2"/>
              </a:buClr>
              <a:buSzPts val="1500"/>
              <a:buChar char="-"/>
            </a:pPr>
            <a:r>
              <a:rPr lang="en" sz="1500">
                <a:solidFill>
                  <a:schemeClr val="dk2"/>
                </a:solidFill>
              </a:rPr>
              <a:t>Ambiguity ≠ volatility (estimate uncertainty)</a:t>
            </a:r>
            <a:endParaRPr sz="1500">
              <a:solidFill>
                <a:schemeClr val="dk2"/>
              </a:solidFill>
            </a:endParaRPr>
          </a:p>
          <a:p>
            <a:pPr indent="-323850" lvl="0" marL="457200" rtl="0" algn="l">
              <a:lnSpc>
                <a:spcPct val="100000"/>
              </a:lnSpc>
              <a:spcBef>
                <a:spcPts val="0"/>
              </a:spcBef>
              <a:spcAft>
                <a:spcPts val="0"/>
              </a:spcAft>
              <a:buClr>
                <a:schemeClr val="dk2"/>
              </a:buClr>
              <a:buSzPts val="1500"/>
              <a:buChar char="-"/>
            </a:pPr>
            <a:r>
              <a:rPr lang="en" sz="1500">
                <a:solidFill>
                  <a:schemeClr val="dk2"/>
                </a:solidFill>
              </a:rPr>
              <a:t>Safe-haven currencies (USD, CHF) typically gain in crises</a:t>
            </a:r>
            <a:endParaRPr sz="1500">
              <a:solidFill>
                <a:schemeClr val="dk2"/>
              </a:solidFill>
            </a:endParaRPr>
          </a:p>
          <a:p>
            <a:pPr indent="0" lvl="0" marL="457200" rtl="0" algn="l">
              <a:lnSpc>
                <a:spcPct val="100000"/>
              </a:lnSpc>
              <a:spcBef>
                <a:spcPts val="0"/>
              </a:spcBef>
              <a:spcAft>
                <a:spcPts val="0"/>
              </a:spcAft>
              <a:buNone/>
            </a:pPr>
            <a:r>
              <a:t/>
            </a:r>
            <a:endParaRPr sz="1500">
              <a:solidFill>
                <a:schemeClr val="dk2"/>
              </a:solidFill>
            </a:endParaRPr>
          </a:p>
          <a:p>
            <a:pPr indent="0" lvl="0" marL="0" rtl="0" algn="l">
              <a:lnSpc>
                <a:spcPct val="100000"/>
              </a:lnSpc>
              <a:spcBef>
                <a:spcPts val="0"/>
              </a:spcBef>
              <a:spcAft>
                <a:spcPts val="0"/>
              </a:spcAft>
              <a:buNone/>
            </a:pPr>
            <a:r>
              <a:t/>
            </a:r>
            <a:endParaRPr b="1" sz="1500">
              <a:solidFill>
                <a:schemeClr val="dk2"/>
              </a:solidFill>
            </a:endParaRPr>
          </a:p>
          <a:p>
            <a:pPr indent="0" lvl="0" marL="0" rtl="0" algn="l">
              <a:lnSpc>
                <a:spcPct val="100000"/>
              </a:lnSpc>
              <a:spcBef>
                <a:spcPts val="0"/>
              </a:spcBef>
              <a:spcAft>
                <a:spcPts val="0"/>
              </a:spcAft>
              <a:buNone/>
            </a:pPr>
            <a:r>
              <a:t/>
            </a:r>
            <a:endParaRPr b="1" sz="1500">
              <a:solidFill>
                <a:schemeClr val="dk2"/>
              </a:solidFill>
            </a:endParaRPr>
          </a:p>
          <a:p>
            <a:pPr indent="0" lvl="0" marL="0" rtl="0" algn="l">
              <a:lnSpc>
                <a:spcPct val="100000"/>
              </a:lnSpc>
              <a:spcBef>
                <a:spcPts val="0"/>
              </a:spcBef>
              <a:spcAft>
                <a:spcPts val="0"/>
              </a:spcAft>
              <a:buNone/>
            </a:pPr>
            <a:r>
              <a:t/>
            </a:r>
            <a:endParaRPr sz="1500">
              <a:solidFill>
                <a:schemeClr val="dk2"/>
              </a:solidFill>
            </a:endParaRPr>
          </a:p>
          <a:p>
            <a:pPr indent="0" lvl="0" marL="0" rtl="0" algn="l">
              <a:spcBef>
                <a:spcPts val="0"/>
              </a:spcBef>
              <a:spcAft>
                <a:spcPts val="1000"/>
              </a:spcAft>
              <a:buNone/>
            </a:pPr>
            <a:r>
              <a:t/>
            </a:r>
            <a:endParaRPr sz="1500">
              <a:solidFill>
                <a:schemeClr val="dk2"/>
              </a:solidFill>
            </a:endParaRPr>
          </a:p>
        </p:txBody>
      </p:sp>
      <p:sp>
        <p:nvSpPr>
          <p:cNvPr id="164" name="Google Shape;164;p32"/>
          <p:cNvSpPr txBox="1"/>
          <p:nvPr/>
        </p:nvSpPr>
        <p:spPr>
          <a:xfrm>
            <a:off x="1840575" y="3173350"/>
            <a:ext cx="47640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chemeClr val="dk2"/>
                </a:solidFill>
                <a:latin typeface="Montserrat"/>
                <a:ea typeface="Montserrat"/>
                <a:cs typeface="Montserrat"/>
                <a:sym typeface="Montserrat"/>
              </a:rPr>
              <a:t>Research question</a:t>
            </a:r>
            <a:r>
              <a:rPr lang="en" sz="1500">
                <a:solidFill>
                  <a:schemeClr val="dk2"/>
                </a:solidFill>
                <a:latin typeface="Montserrat"/>
                <a:ea typeface="Montserrat"/>
                <a:cs typeface="Montserrat"/>
                <a:sym typeface="Montserrat"/>
              </a:rPr>
              <a:t>: Does higher FX ambiguity increase safe‑haven reserve shares?</a:t>
            </a:r>
            <a:endParaRPr sz="1500">
              <a:solidFill>
                <a:schemeClr val="dk2"/>
              </a:solidFill>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33"/>
          <p:cNvSpPr txBox="1"/>
          <p:nvPr>
            <p:ph type="title"/>
          </p:nvPr>
        </p:nvSpPr>
        <p:spPr>
          <a:xfrm>
            <a:off x="311700" y="708000"/>
            <a:ext cx="3132300" cy="75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Literature Review</a:t>
            </a:r>
            <a:endParaRPr/>
          </a:p>
        </p:txBody>
      </p:sp>
      <p:sp>
        <p:nvSpPr>
          <p:cNvPr id="170" name="Google Shape;170;p33"/>
          <p:cNvSpPr txBox="1"/>
          <p:nvPr>
            <p:ph idx="1" type="body"/>
          </p:nvPr>
        </p:nvSpPr>
        <p:spPr>
          <a:xfrm>
            <a:off x="311700" y="1542000"/>
            <a:ext cx="8158800" cy="28860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sz="1300"/>
              <a:t>The authors construct two market‐condition variables for FX: volatility and ambiguity</a:t>
            </a:r>
            <a:endParaRPr sz="1300"/>
          </a:p>
          <a:p>
            <a:pPr indent="-311150" lvl="0" marL="457200" rtl="0" algn="l">
              <a:spcBef>
                <a:spcPts val="0"/>
              </a:spcBef>
              <a:spcAft>
                <a:spcPts val="0"/>
              </a:spcAft>
              <a:buSzPts val="1300"/>
              <a:buChar char="●"/>
            </a:pPr>
            <a:r>
              <a:rPr lang="en" sz="1300"/>
              <a:t>assemble carry‐trade portfolios</a:t>
            </a:r>
            <a:endParaRPr sz="1300"/>
          </a:p>
          <a:p>
            <a:pPr indent="-311150" lvl="0" marL="457200" rtl="0" algn="l">
              <a:spcBef>
                <a:spcPts val="0"/>
              </a:spcBef>
              <a:spcAft>
                <a:spcPts val="0"/>
              </a:spcAft>
              <a:buSzPts val="1300"/>
              <a:buChar char="●"/>
            </a:pPr>
            <a:r>
              <a:rPr lang="en" sz="1300"/>
              <a:t>examine how these portfolios’ returns depend on the regime defined by high/low ambiguity and high/low volatility</a:t>
            </a:r>
            <a:endParaRPr sz="1300"/>
          </a:p>
          <a:p>
            <a:pPr indent="-311150" lvl="0" marL="457200" rtl="0" algn="l">
              <a:spcBef>
                <a:spcPts val="0"/>
              </a:spcBef>
              <a:spcAft>
                <a:spcPts val="0"/>
              </a:spcAft>
              <a:buSzPts val="1300"/>
              <a:buChar char="●"/>
            </a:pPr>
            <a:r>
              <a:rPr lang="en" sz="1300"/>
              <a:t>visualizing the statistical results</a:t>
            </a:r>
            <a:endParaRPr sz="1300"/>
          </a:p>
          <a:p>
            <a:pPr indent="0" lvl="0" marL="457200" rtl="0" algn="l">
              <a:spcBef>
                <a:spcPts val="1000"/>
              </a:spcBef>
              <a:spcAft>
                <a:spcPts val="0"/>
              </a:spcAft>
              <a:buNone/>
            </a:pPr>
            <a:r>
              <a:t/>
            </a:r>
            <a:endParaRPr sz="1300"/>
          </a:p>
          <a:p>
            <a:pPr indent="-311150" lvl="0" marL="457200" rtl="0" algn="l">
              <a:spcBef>
                <a:spcPts val="1200"/>
              </a:spcBef>
              <a:spcAft>
                <a:spcPts val="0"/>
              </a:spcAft>
              <a:buSzPts val="1300"/>
              <a:buChar char="●"/>
            </a:pPr>
            <a:r>
              <a:rPr lang="en" sz="1300"/>
              <a:t>Asano, Cai, and Sakemoto (2025) mainly demonstrates that FX ambiguity impacts the performance of currency carry trades involving the British pound and Japanese yen. They found that higher ambiguity will trigger to higher carry trade returns </a:t>
            </a:r>
            <a:r>
              <a:rPr lang="en" sz="1300">
                <a:solidFill>
                  <a:schemeClr val="dk2"/>
                </a:solidFill>
              </a:rPr>
              <a:t> while the volatility is also high</a:t>
            </a:r>
            <a:r>
              <a:rPr lang="en" sz="1300"/>
              <a:t>.</a:t>
            </a:r>
            <a:endParaRPr sz="1300"/>
          </a:p>
          <a:p>
            <a:pPr indent="0" lvl="0" marL="0" rtl="0" algn="l">
              <a:spcBef>
                <a:spcPts val="1200"/>
              </a:spcBef>
              <a:spcAft>
                <a:spcPts val="0"/>
              </a:spcAft>
              <a:buNone/>
            </a:pPr>
            <a:r>
              <a:t/>
            </a:r>
            <a:endParaRPr sz="1300"/>
          </a:p>
          <a:p>
            <a:pPr indent="0" lvl="0" marL="0" rtl="0" algn="l">
              <a:spcBef>
                <a:spcPts val="1200"/>
              </a:spcBef>
              <a:spcAft>
                <a:spcPts val="1000"/>
              </a:spcAft>
              <a:buNone/>
            </a:pPr>
            <a:r>
              <a:t/>
            </a:r>
            <a:endParaRPr sz="13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34"/>
          <p:cNvSpPr txBox="1"/>
          <p:nvPr>
            <p:ph type="title"/>
          </p:nvPr>
        </p:nvSpPr>
        <p:spPr>
          <a:xfrm>
            <a:off x="311700" y="708000"/>
            <a:ext cx="3132300" cy="75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What is </a:t>
            </a:r>
            <a:r>
              <a:rPr lang="en"/>
              <a:t>Ambiguity</a:t>
            </a:r>
            <a:r>
              <a:rPr lang="en"/>
              <a:t>?</a:t>
            </a:r>
            <a:endParaRPr/>
          </a:p>
        </p:txBody>
      </p:sp>
      <p:sp>
        <p:nvSpPr>
          <p:cNvPr id="176" name="Google Shape;176;p34"/>
          <p:cNvSpPr txBox="1"/>
          <p:nvPr>
            <p:ph idx="1" type="body"/>
          </p:nvPr>
        </p:nvSpPr>
        <p:spPr>
          <a:xfrm>
            <a:off x="311700" y="1542000"/>
            <a:ext cx="8148900" cy="28860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SzPts val="1500"/>
              <a:buChar char="●"/>
            </a:pPr>
            <a:r>
              <a:rPr lang="en" sz="1500"/>
              <a:t>Unmeasurable uncertainty about the probability distribution </a:t>
            </a:r>
            <a:endParaRPr sz="1500"/>
          </a:p>
          <a:p>
            <a:pPr indent="-323850" lvl="1" marL="914400" rtl="0" algn="l">
              <a:spcBef>
                <a:spcPts val="0"/>
              </a:spcBef>
              <a:spcAft>
                <a:spcPts val="0"/>
              </a:spcAft>
              <a:buSzPts val="1500"/>
              <a:buChar char="○"/>
            </a:pPr>
            <a:r>
              <a:rPr b="1" lang="en" sz="1100">
                <a:solidFill>
                  <a:srgbClr val="000000"/>
                </a:solidFill>
                <a:latin typeface="Arial"/>
                <a:ea typeface="Arial"/>
                <a:cs typeface="Arial"/>
                <a:sym typeface="Arial"/>
              </a:rPr>
              <a:t>do not know</a:t>
            </a:r>
            <a:r>
              <a:rPr lang="en" sz="1100">
                <a:solidFill>
                  <a:srgbClr val="000000"/>
                </a:solidFill>
                <a:latin typeface="Arial"/>
                <a:ea typeface="Arial"/>
                <a:cs typeface="Arial"/>
                <a:sym typeface="Arial"/>
              </a:rPr>
              <a:t> the true probabilities (e.g., you know a coin is biased, but you don’t know the degree of bias).</a:t>
            </a:r>
            <a:endParaRPr sz="1500"/>
          </a:p>
          <a:p>
            <a:pPr indent="0" lvl="0" marL="0" rtl="0" algn="l">
              <a:spcBef>
                <a:spcPts val="1000"/>
              </a:spcBef>
              <a:spcAft>
                <a:spcPts val="0"/>
              </a:spcAft>
              <a:buNone/>
            </a:pPr>
            <a:r>
              <a:t/>
            </a:r>
            <a:endParaRPr sz="1500"/>
          </a:p>
          <a:p>
            <a:pPr indent="-323850" lvl="0" marL="457200" rtl="0" algn="l">
              <a:spcBef>
                <a:spcPts val="1000"/>
              </a:spcBef>
              <a:spcAft>
                <a:spcPts val="0"/>
              </a:spcAft>
              <a:buSzPts val="1500"/>
              <a:buChar char="●"/>
            </a:pPr>
            <a:r>
              <a:rPr lang="en" sz="1500"/>
              <a:t>I</a:t>
            </a:r>
            <a:r>
              <a:rPr lang="en" sz="1500"/>
              <a:t>nvestors are uncertain not only about future returns, but also about the model or distribution that generates those returns</a:t>
            </a:r>
            <a:endParaRPr sz="1500"/>
          </a:p>
          <a:p>
            <a:pPr indent="0" lvl="0" marL="457200" rtl="0" algn="l">
              <a:spcBef>
                <a:spcPts val="1000"/>
              </a:spcBef>
              <a:spcAft>
                <a:spcPts val="0"/>
              </a:spcAft>
              <a:buNone/>
            </a:pPr>
            <a:r>
              <a:t/>
            </a:r>
            <a:endParaRPr sz="1500"/>
          </a:p>
          <a:p>
            <a:pPr indent="-323850" lvl="0" marL="457200" rtl="0" algn="l">
              <a:spcBef>
                <a:spcPts val="1000"/>
              </a:spcBef>
              <a:spcAft>
                <a:spcPts val="0"/>
              </a:spcAft>
              <a:buSzPts val="1500"/>
              <a:buChar char="●"/>
            </a:pPr>
            <a:r>
              <a:rPr lang="en" sz="1500"/>
              <a:t>Izhakian (2020) formalizes this with the ℧² ambiguity index, which quantifies how irregular or unstable the probability distribution of returns is across time.</a:t>
            </a:r>
            <a:endParaRPr sz="1500"/>
          </a:p>
          <a:p>
            <a:pPr indent="0" lvl="0" marL="0" rtl="0" algn="l">
              <a:spcBef>
                <a:spcPts val="1000"/>
              </a:spcBef>
              <a:spcAft>
                <a:spcPts val="10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35"/>
          <p:cNvSpPr txBox="1"/>
          <p:nvPr>
            <p:ph type="title"/>
          </p:nvPr>
        </p:nvSpPr>
        <p:spPr>
          <a:xfrm>
            <a:off x="311700" y="708000"/>
            <a:ext cx="5254500" cy="75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℧² = Theoretical Ambiguity Measure</a:t>
            </a:r>
            <a:endParaRPr/>
          </a:p>
        </p:txBody>
      </p:sp>
      <p:sp>
        <p:nvSpPr>
          <p:cNvPr id="182" name="Google Shape;182;p35"/>
          <p:cNvSpPr txBox="1"/>
          <p:nvPr>
            <p:ph idx="1" type="body"/>
          </p:nvPr>
        </p:nvSpPr>
        <p:spPr>
          <a:xfrm>
            <a:off x="311700" y="1542000"/>
            <a:ext cx="3676800" cy="28860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Clr>
                <a:srgbClr val="000000"/>
              </a:buClr>
              <a:buSzPts val="1300"/>
              <a:buFont typeface="Arial"/>
              <a:buChar char="●"/>
            </a:pPr>
            <a:r>
              <a:rPr lang="en" sz="1300"/>
              <a:t>The integral adds this uncertainty across all outcomes x</a:t>
            </a:r>
            <a:endParaRPr sz="1300"/>
          </a:p>
          <a:p>
            <a:pPr indent="0" lvl="0" marL="457200" rtl="0" algn="l">
              <a:spcBef>
                <a:spcPts val="0"/>
              </a:spcBef>
              <a:spcAft>
                <a:spcPts val="0"/>
              </a:spcAft>
              <a:buNone/>
            </a:pPr>
            <a:r>
              <a:t/>
            </a:r>
            <a:endParaRPr sz="1300"/>
          </a:p>
          <a:p>
            <a:pPr indent="-311150" lvl="0" marL="457200" rtl="0" algn="l">
              <a:spcBef>
                <a:spcPts val="0"/>
              </a:spcBef>
              <a:spcAft>
                <a:spcPts val="0"/>
              </a:spcAft>
              <a:buClr>
                <a:srgbClr val="000000"/>
              </a:buClr>
              <a:buSzPts val="1300"/>
              <a:buFont typeface="Arial"/>
              <a:buChar char="●"/>
            </a:pPr>
            <a:r>
              <a:rPr lang="en" sz="1300"/>
              <a:t>Model of uncertainty of the entire distribution, not return volatility</a:t>
            </a:r>
            <a:endParaRPr sz="1300"/>
          </a:p>
          <a:p>
            <a:pPr indent="0" lvl="0" marL="457200" rtl="0" algn="l">
              <a:spcBef>
                <a:spcPts val="0"/>
              </a:spcBef>
              <a:spcAft>
                <a:spcPts val="0"/>
              </a:spcAft>
              <a:buNone/>
            </a:pPr>
            <a:r>
              <a:t/>
            </a:r>
            <a:endParaRPr sz="1300"/>
          </a:p>
          <a:p>
            <a:pPr indent="-311150" lvl="0" marL="457200" rtl="0" algn="l">
              <a:spcBef>
                <a:spcPts val="0"/>
              </a:spcBef>
              <a:spcAft>
                <a:spcPts val="0"/>
              </a:spcAft>
              <a:buClr>
                <a:srgbClr val="000000"/>
              </a:buClr>
              <a:buSzPts val="1300"/>
              <a:buFont typeface="Arial"/>
              <a:buChar char="●"/>
            </a:pPr>
            <a:r>
              <a:rPr lang="en" sz="1300"/>
              <a:t>Based on continuous distributions</a:t>
            </a:r>
            <a:endParaRPr sz="1300"/>
          </a:p>
          <a:p>
            <a:pPr indent="0" lvl="0" marL="457200" rtl="0" algn="l">
              <a:spcBef>
                <a:spcPts val="0"/>
              </a:spcBef>
              <a:spcAft>
                <a:spcPts val="0"/>
              </a:spcAft>
              <a:buNone/>
            </a:pPr>
            <a:r>
              <a:t/>
            </a:r>
            <a:endParaRPr sz="1300"/>
          </a:p>
          <a:p>
            <a:pPr indent="-311150" lvl="0" marL="457200" rtl="0" algn="l">
              <a:spcBef>
                <a:spcPts val="0"/>
              </a:spcBef>
              <a:spcAft>
                <a:spcPts val="0"/>
              </a:spcAft>
              <a:buClr>
                <a:srgbClr val="000000"/>
              </a:buClr>
              <a:buSzPts val="1300"/>
              <a:buFont typeface="Arial"/>
              <a:buChar char="●"/>
            </a:pPr>
            <a:r>
              <a:rPr lang="en" sz="1300"/>
              <a:t>Problem</a:t>
            </a:r>
            <a:r>
              <a:rPr lang="en" sz="1300"/>
              <a:t> of Estimation: Theoretical and Cannot be </a:t>
            </a:r>
            <a:r>
              <a:rPr lang="en" sz="1300"/>
              <a:t>observed</a:t>
            </a:r>
            <a:endParaRPr sz="1300"/>
          </a:p>
          <a:p>
            <a:pPr indent="0" lvl="0" marL="0" rtl="0" algn="l">
              <a:spcBef>
                <a:spcPts val="0"/>
              </a:spcBef>
              <a:spcAft>
                <a:spcPts val="0"/>
              </a:spcAft>
              <a:buNone/>
            </a:pPr>
            <a:r>
              <a:t/>
            </a:r>
            <a:endParaRPr sz="1300"/>
          </a:p>
        </p:txBody>
      </p:sp>
      <p:sp>
        <p:nvSpPr>
          <p:cNvPr id="183" name="Google Shape;183;p35"/>
          <p:cNvSpPr txBox="1"/>
          <p:nvPr/>
        </p:nvSpPr>
        <p:spPr>
          <a:xfrm>
            <a:off x="4421713" y="1542000"/>
            <a:ext cx="37713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 sz="1200">
                <a:solidFill>
                  <a:schemeClr val="dk2"/>
                </a:solidFill>
                <a:latin typeface="Montserrat"/>
                <a:ea typeface="Montserrat"/>
                <a:cs typeface="Montserrat"/>
                <a:sym typeface="Montserrat"/>
              </a:rPr>
              <a:t>Izhakian (2017, 2020) defines ambiguity as:</a:t>
            </a:r>
            <a:endParaRPr/>
          </a:p>
        </p:txBody>
      </p:sp>
      <p:pic>
        <p:nvPicPr>
          <p:cNvPr id="184" name="Google Shape;184;p35" title="Screenshot 2025-11-13 at 1.44.43 PM.png"/>
          <p:cNvPicPr preferRelativeResize="0"/>
          <p:nvPr/>
        </p:nvPicPr>
        <p:blipFill rotWithShape="1">
          <a:blip r:embed="rId3">
            <a:alphaModFix/>
          </a:blip>
          <a:srcRect b="22502" l="5655" r="15580" t="11816"/>
          <a:stretch/>
        </p:blipFill>
        <p:spPr>
          <a:xfrm>
            <a:off x="4268738" y="1862050"/>
            <a:ext cx="4077275" cy="803475"/>
          </a:xfrm>
          <a:prstGeom prst="rect">
            <a:avLst/>
          </a:prstGeom>
          <a:noFill/>
          <a:ln>
            <a:noFill/>
          </a:ln>
        </p:spPr>
      </p:pic>
      <p:pic>
        <p:nvPicPr>
          <p:cNvPr id="185" name="Google Shape;185;p35" title="Screenshot 2025-11-13 at 9.38.04 PM.png"/>
          <p:cNvPicPr preferRelativeResize="0"/>
          <p:nvPr/>
        </p:nvPicPr>
        <p:blipFill rotWithShape="1">
          <a:blip r:embed="rId4">
            <a:alphaModFix/>
          </a:blip>
          <a:srcRect b="0" l="0" r="8206" t="0"/>
          <a:stretch/>
        </p:blipFill>
        <p:spPr>
          <a:xfrm>
            <a:off x="4330675" y="2882225"/>
            <a:ext cx="4487526" cy="13935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6"/>
          <p:cNvSpPr txBox="1"/>
          <p:nvPr>
            <p:ph type="title"/>
          </p:nvPr>
        </p:nvSpPr>
        <p:spPr>
          <a:xfrm>
            <a:off x="311700" y="569775"/>
            <a:ext cx="5799300" cy="75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We mainly focused on…</a:t>
            </a:r>
            <a:endParaRPr/>
          </a:p>
        </p:txBody>
      </p:sp>
      <p:sp>
        <p:nvSpPr>
          <p:cNvPr id="191" name="Google Shape;191;p36"/>
          <p:cNvSpPr txBox="1"/>
          <p:nvPr>
            <p:ph idx="1" type="body"/>
          </p:nvPr>
        </p:nvSpPr>
        <p:spPr>
          <a:xfrm>
            <a:off x="311700" y="1542000"/>
            <a:ext cx="7546800" cy="28860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sz="1400">
                <a:solidFill>
                  <a:srgbClr val="000000"/>
                </a:solidFill>
                <a:latin typeface="Arial"/>
                <a:ea typeface="Arial"/>
                <a:cs typeface="Arial"/>
                <a:sym typeface="Arial"/>
              </a:rPr>
              <a:t>COFER reserve data, focusing on global FX reserves</a:t>
            </a:r>
            <a:endParaRPr sz="1400">
              <a:solidFill>
                <a:srgbClr val="000000"/>
              </a:solidFill>
              <a:latin typeface="Arial"/>
              <a:ea typeface="Arial"/>
              <a:cs typeface="Arial"/>
              <a:sym typeface="Arial"/>
            </a:endParaRPr>
          </a:p>
          <a:p>
            <a:pPr indent="0" lvl="0" marL="457200" rtl="0" algn="l">
              <a:spcBef>
                <a:spcPts val="1000"/>
              </a:spcBef>
              <a:spcAft>
                <a:spcPts val="0"/>
              </a:spcAft>
              <a:buNone/>
            </a:pPr>
            <a:r>
              <a:t/>
            </a:r>
            <a:endParaRPr sz="1400">
              <a:solidFill>
                <a:srgbClr val="000000"/>
              </a:solidFill>
              <a:latin typeface="Arial"/>
              <a:ea typeface="Arial"/>
              <a:cs typeface="Arial"/>
              <a:sym typeface="Arial"/>
            </a:endParaRPr>
          </a:p>
          <a:p>
            <a:pPr indent="-317500" lvl="0" marL="457200" rtl="0" algn="l">
              <a:spcBef>
                <a:spcPts val="1000"/>
              </a:spcBef>
              <a:spcAft>
                <a:spcPts val="0"/>
              </a:spcAft>
              <a:buClr>
                <a:srgbClr val="000000"/>
              </a:buClr>
              <a:buSzPts val="1400"/>
              <a:buFont typeface="Arial"/>
              <a:buChar char="●"/>
            </a:pPr>
            <a:r>
              <a:rPr lang="en" sz="1400">
                <a:solidFill>
                  <a:srgbClr val="000000"/>
                </a:solidFill>
                <a:latin typeface="Arial"/>
                <a:ea typeface="Arial"/>
                <a:cs typeface="Arial"/>
                <a:sym typeface="Arial"/>
              </a:rPr>
              <a:t>Getting quarterly AMB by averaging monthly AMB.</a:t>
            </a:r>
            <a:endParaRPr sz="1400">
              <a:solidFill>
                <a:srgbClr val="000000"/>
              </a:solidFill>
              <a:latin typeface="Arial"/>
              <a:ea typeface="Arial"/>
              <a:cs typeface="Arial"/>
              <a:sym typeface="Arial"/>
            </a:endParaRPr>
          </a:p>
          <a:p>
            <a:pPr indent="0" lvl="0" marL="0" rtl="0" algn="l">
              <a:spcBef>
                <a:spcPts val="1000"/>
              </a:spcBef>
              <a:spcAft>
                <a:spcPts val="0"/>
              </a:spcAft>
              <a:buNone/>
            </a:pPr>
            <a:r>
              <a:t/>
            </a:r>
            <a:endParaRPr sz="1400">
              <a:solidFill>
                <a:srgbClr val="000000"/>
              </a:solidFill>
              <a:latin typeface="Arial"/>
              <a:ea typeface="Arial"/>
              <a:cs typeface="Arial"/>
              <a:sym typeface="Arial"/>
            </a:endParaRPr>
          </a:p>
          <a:p>
            <a:pPr indent="-317500" lvl="0" marL="457200" rtl="0" algn="l">
              <a:spcBef>
                <a:spcPts val="1000"/>
              </a:spcBef>
              <a:spcAft>
                <a:spcPts val="0"/>
              </a:spcAft>
              <a:buClr>
                <a:srgbClr val="000000"/>
              </a:buClr>
              <a:buSzPts val="1400"/>
              <a:buFont typeface="Arial"/>
              <a:buChar char="●"/>
            </a:pPr>
            <a:r>
              <a:rPr lang="en" sz="1400">
                <a:solidFill>
                  <a:srgbClr val="000000"/>
                </a:solidFill>
                <a:latin typeface="Arial"/>
                <a:ea typeface="Arial"/>
                <a:cs typeface="Arial"/>
                <a:sym typeface="Arial"/>
              </a:rPr>
              <a:t>Exploring the influence of ambiguity on FX reserves</a:t>
            </a:r>
            <a:endParaRPr sz="1400">
              <a:solidFill>
                <a:srgbClr val="000000"/>
              </a:solidFill>
              <a:latin typeface="Arial"/>
              <a:ea typeface="Arial"/>
              <a:cs typeface="Arial"/>
              <a:sym typeface="Arial"/>
            </a:endParaRPr>
          </a:p>
          <a:p>
            <a:pPr indent="0" lvl="0" marL="0" rtl="0" algn="l">
              <a:spcBef>
                <a:spcPts val="1000"/>
              </a:spcBef>
              <a:spcAft>
                <a:spcPts val="0"/>
              </a:spcAft>
              <a:buNone/>
            </a:pPr>
            <a:r>
              <a:t/>
            </a:r>
            <a:endParaRPr>
              <a:solidFill>
                <a:srgbClr val="000000"/>
              </a:solidFill>
              <a:latin typeface="Arial"/>
              <a:ea typeface="Arial"/>
              <a:cs typeface="Arial"/>
              <a:sym typeface="Arial"/>
            </a:endParaRPr>
          </a:p>
          <a:p>
            <a:pPr indent="0" lvl="0" marL="0" rtl="0" algn="l">
              <a:spcBef>
                <a:spcPts val="1000"/>
              </a:spcBef>
              <a:spcAft>
                <a:spcPts val="10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7"/>
          <p:cNvSpPr txBox="1"/>
          <p:nvPr>
            <p:ph type="title"/>
          </p:nvPr>
        </p:nvSpPr>
        <p:spPr>
          <a:xfrm>
            <a:off x="311700" y="587975"/>
            <a:ext cx="6551100" cy="657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Hypothesis</a:t>
            </a:r>
            <a:endParaRPr/>
          </a:p>
        </p:txBody>
      </p:sp>
      <p:sp>
        <p:nvSpPr>
          <p:cNvPr id="197" name="Google Shape;197;p37"/>
          <p:cNvSpPr txBox="1"/>
          <p:nvPr>
            <p:ph idx="1" type="body"/>
          </p:nvPr>
        </p:nvSpPr>
        <p:spPr>
          <a:xfrm>
            <a:off x="1389450" y="2029025"/>
            <a:ext cx="6551100" cy="22467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solidFill>
                  <a:schemeClr val="dk2"/>
                </a:solidFill>
              </a:rPr>
              <a:t>“ </a:t>
            </a:r>
            <a:r>
              <a:rPr lang="en">
                <a:solidFill>
                  <a:schemeClr val="dk2"/>
                </a:solidFill>
              </a:rPr>
              <a:t>Higher foreign exchange (FX) ambiguity – distinct from volatility – induces central banks to tilt their reserve allocations toward “safe-haven” currencies such as USD and CHF ”</a:t>
            </a:r>
            <a:endParaRPr>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8"/>
          <p:cNvSpPr txBox="1"/>
          <p:nvPr>
            <p:ph type="title"/>
          </p:nvPr>
        </p:nvSpPr>
        <p:spPr>
          <a:xfrm>
            <a:off x="311700" y="708000"/>
            <a:ext cx="3132300" cy="75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Data Description</a:t>
            </a:r>
            <a:endParaRPr/>
          </a:p>
        </p:txBody>
      </p:sp>
      <p:sp>
        <p:nvSpPr>
          <p:cNvPr id="203" name="Google Shape;203;p38"/>
          <p:cNvSpPr txBox="1"/>
          <p:nvPr>
            <p:ph idx="1" type="body"/>
          </p:nvPr>
        </p:nvSpPr>
        <p:spPr>
          <a:xfrm>
            <a:off x="311700" y="1542000"/>
            <a:ext cx="3781800" cy="28860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AutoNum type="arabicPeriod"/>
            </a:pPr>
            <a:r>
              <a:rPr lang="en" sz="1400"/>
              <a:t>Spot Exchange Rate using USD as base currency </a:t>
            </a:r>
            <a:r>
              <a:rPr lang="en" sz="1400"/>
              <a:t>→ monthly Ambiguity (AMBt)</a:t>
            </a:r>
            <a:endParaRPr sz="1400"/>
          </a:p>
          <a:p>
            <a:pPr indent="0" lvl="0" marL="457200" rtl="0" algn="l">
              <a:spcBef>
                <a:spcPts val="1000"/>
              </a:spcBef>
              <a:spcAft>
                <a:spcPts val="0"/>
              </a:spcAft>
              <a:buNone/>
            </a:pPr>
            <a:r>
              <a:t/>
            </a:r>
            <a:endParaRPr sz="1400"/>
          </a:p>
          <a:p>
            <a:pPr indent="-317500" lvl="0" marL="457200" rtl="0" algn="l">
              <a:spcBef>
                <a:spcPts val="1000"/>
              </a:spcBef>
              <a:spcAft>
                <a:spcPts val="0"/>
              </a:spcAft>
              <a:buSzPts val="1400"/>
              <a:buAutoNum type="arabicPeriod"/>
            </a:pPr>
            <a:r>
              <a:rPr lang="en" sz="1400"/>
              <a:t>COFER: Quarterly reserve composition data shares of CHF + USD.</a:t>
            </a:r>
            <a:endParaRPr sz="1400"/>
          </a:p>
        </p:txBody>
      </p:sp>
      <p:pic>
        <p:nvPicPr>
          <p:cNvPr id="204" name="Google Shape;204;p38" title="Screenshot 2025-11-13 at 1.58.02 PM.png"/>
          <p:cNvPicPr preferRelativeResize="0"/>
          <p:nvPr/>
        </p:nvPicPr>
        <p:blipFill>
          <a:blip r:embed="rId3">
            <a:alphaModFix/>
          </a:blip>
          <a:stretch>
            <a:fillRect/>
          </a:stretch>
        </p:blipFill>
        <p:spPr>
          <a:xfrm>
            <a:off x="4614900" y="1609150"/>
            <a:ext cx="3409950" cy="876300"/>
          </a:xfrm>
          <a:prstGeom prst="rect">
            <a:avLst/>
          </a:prstGeom>
          <a:noFill/>
          <a:ln>
            <a:noFill/>
          </a:ln>
        </p:spPr>
      </p:pic>
      <p:pic>
        <p:nvPicPr>
          <p:cNvPr id="205" name="Google Shape;205;p38" title="Screenshot 2025-11-14 at 12.35.49 AM.png"/>
          <p:cNvPicPr preferRelativeResize="0"/>
          <p:nvPr/>
        </p:nvPicPr>
        <p:blipFill>
          <a:blip r:embed="rId4">
            <a:alphaModFix/>
          </a:blip>
          <a:stretch>
            <a:fillRect/>
          </a:stretch>
        </p:blipFill>
        <p:spPr>
          <a:xfrm>
            <a:off x="5082850" y="2571750"/>
            <a:ext cx="3957950" cy="11284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9"/>
          <p:cNvSpPr txBox="1"/>
          <p:nvPr>
            <p:ph type="title"/>
          </p:nvPr>
        </p:nvSpPr>
        <p:spPr>
          <a:xfrm>
            <a:off x="311700" y="708000"/>
            <a:ext cx="4585200" cy="75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Measurable </a:t>
            </a:r>
            <a:r>
              <a:rPr lang="en"/>
              <a:t>Ambiguity</a:t>
            </a:r>
            <a:r>
              <a:rPr lang="en"/>
              <a:t> </a:t>
            </a:r>
            <a:endParaRPr/>
          </a:p>
        </p:txBody>
      </p:sp>
      <p:sp>
        <p:nvSpPr>
          <p:cNvPr id="211" name="Google Shape;211;p39"/>
          <p:cNvSpPr txBox="1"/>
          <p:nvPr>
            <p:ph idx="1" type="body"/>
          </p:nvPr>
        </p:nvSpPr>
        <p:spPr>
          <a:xfrm>
            <a:off x="311700" y="1542000"/>
            <a:ext cx="3519600" cy="2886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300"/>
              <a:t>AMBₜ is a discrete, monthly approximation of</a:t>
            </a:r>
            <a:r>
              <a:rPr lang="en" sz="1300"/>
              <a:t> ℧².</a:t>
            </a:r>
            <a:endParaRPr sz="1300"/>
          </a:p>
          <a:p>
            <a:pPr indent="-311150" lvl="0" marL="457200" rtl="0" algn="l">
              <a:spcBef>
                <a:spcPts val="1000"/>
              </a:spcBef>
              <a:spcAft>
                <a:spcPts val="0"/>
              </a:spcAft>
              <a:buSzPts val="1300"/>
              <a:buChar char="-"/>
            </a:pPr>
            <a:r>
              <a:rPr lang="en" sz="1300"/>
              <a:t>AMBₜ tells you how unstable the FX return distribution is during month t.</a:t>
            </a:r>
            <a:endParaRPr sz="1300"/>
          </a:p>
          <a:p>
            <a:pPr indent="0" lvl="0" marL="0" rtl="0" algn="l">
              <a:spcBef>
                <a:spcPts val="1000"/>
              </a:spcBef>
              <a:spcAft>
                <a:spcPts val="0"/>
              </a:spcAft>
              <a:buNone/>
            </a:pPr>
            <a:r>
              <a:rPr lang="en" sz="1300"/>
              <a:t>Convert dailyFX return fluctuations into a single monthly ambiguity score</a:t>
            </a:r>
            <a:endParaRPr sz="1300"/>
          </a:p>
          <a:p>
            <a:pPr indent="0" lvl="0" marL="0" rtl="0" algn="l">
              <a:spcBef>
                <a:spcPts val="1000"/>
              </a:spcBef>
              <a:spcAft>
                <a:spcPts val="0"/>
              </a:spcAft>
              <a:buNone/>
            </a:pPr>
            <a:r>
              <a:rPr lang="en" sz="1300"/>
              <a:t>Assumes Cumulative Normal Distribution Function for all returns </a:t>
            </a:r>
            <a:endParaRPr sz="1300"/>
          </a:p>
          <a:p>
            <a:pPr indent="0" lvl="0" marL="0" rtl="0" algn="l">
              <a:spcBef>
                <a:spcPts val="1000"/>
              </a:spcBef>
              <a:spcAft>
                <a:spcPts val="1000"/>
              </a:spcAft>
              <a:buNone/>
            </a:pPr>
            <a:r>
              <a:t/>
            </a:r>
            <a:endParaRPr sz="1300"/>
          </a:p>
        </p:txBody>
      </p:sp>
      <p:pic>
        <p:nvPicPr>
          <p:cNvPr id="212" name="Google Shape;212;p39" title="Screenshot 2025-11-13 at 1.12.18 PM.png"/>
          <p:cNvPicPr preferRelativeResize="0"/>
          <p:nvPr/>
        </p:nvPicPr>
        <p:blipFill rotWithShape="1">
          <a:blip r:embed="rId3">
            <a:alphaModFix/>
          </a:blip>
          <a:srcRect b="0" l="4197" r="6684" t="0"/>
          <a:stretch/>
        </p:blipFill>
        <p:spPr>
          <a:xfrm>
            <a:off x="3910475" y="1145200"/>
            <a:ext cx="4925276" cy="2606324"/>
          </a:xfrm>
          <a:prstGeom prst="rect">
            <a:avLst/>
          </a:prstGeom>
          <a:noFill/>
          <a:ln>
            <a:noFill/>
          </a:ln>
        </p:spPr>
      </p:pic>
      <p:sp>
        <p:nvSpPr>
          <p:cNvPr id="213" name="Google Shape;213;p39"/>
          <p:cNvSpPr txBox="1"/>
          <p:nvPr/>
        </p:nvSpPr>
        <p:spPr>
          <a:xfrm>
            <a:off x="4758475" y="3978550"/>
            <a:ext cx="1559700" cy="13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rgbClr val="333333"/>
              </a:solidFill>
              <a:latin typeface="Montserrat"/>
              <a:ea typeface="Montserrat"/>
              <a:cs typeface="Montserrat"/>
              <a:sym typeface="Montserra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40"/>
          <p:cNvSpPr txBox="1"/>
          <p:nvPr>
            <p:ph type="title"/>
          </p:nvPr>
        </p:nvSpPr>
        <p:spPr>
          <a:xfrm>
            <a:off x="311700" y="708000"/>
            <a:ext cx="4752600" cy="75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Measurable Market </a:t>
            </a:r>
            <a:r>
              <a:rPr lang="en"/>
              <a:t>Ambiguity</a:t>
            </a:r>
            <a:endParaRPr/>
          </a:p>
        </p:txBody>
      </p:sp>
      <p:sp>
        <p:nvSpPr>
          <p:cNvPr id="219" name="Google Shape;219;p40"/>
          <p:cNvSpPr txBox="1"/>
          <p:nvPr>
            <p:ph idx="1" type="body"/>
          </p:nvPr>
        </p:nvSpPr>
        <p:spPr>
          <a:xfrm>
            <a:off x="329475" y="1542000"/>
            <a:ext cx="4001100" cy="2886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Asano Modified from </a:t>
            </a:r>
            <a:r>
              <a:rPr lang="en"/>
              <a:t>previous</a:t>
            </a:r>
            <a:r>
              <a:rPr lang="en"/>
              <a:t> Monthly AMBt model to solve for a general market </a:t>
            </a:r>
            <a:r>
              <a:rPr lang="en"/>
              <a:t>Ambiguity. </a:t>
            </a:r>
            <a:endParaRPr/>
          </a:p>
          <a:p>
            <a:pPr indent="0" lvl="0" marL="0" rtl="0" algn="l">
              <a:spcBef>
                <a:spcPts val="1000"/>
              </a:spcBef>
              <a:spcAft>
                <a:spcPts val="0"/>
              </a:spcAft>
              <a:buNone/>
            </a:pPr>
            <a:r>
              <a:t/>
            </a:r>
            <a:endParaRPr/>
          </a:p>
          <a:p>
            <a:pPr indent="0" lvl="0" marL="0" rtl="0" algn="l">
              <a:spcBef>
                <a:spcPts val="1000"/>
              </a:spcBef>
              <a:spcAft>
                <a:spcPts val="0"/>
              </a:spcAft>
              <a:buNone/>
            </a:pPr>
            <a:r>
              <a:rPr lang="en" u="sng"/>
              <a:t>Where</a:t>
            </a:r>
            <a:r>
              <a:rPr lang="en"/>
              <a:t>:</a:t>
            </a:r>
            <a:endParaRPr/>
          </a:p>
          <a:p>
            <a:pPr indent="0" lvl="0" marL="0" rtl="0" algn="l">
              <a:spcBef>
                <a:spcPts val="1000"/>
              </a:spcBef>
              <a:spcAft>
                <a:spcPts val="0"/>
              </a:spcAft>
              <a:buNone/>
            </a:pPr>
            <a:r>
              <a:rPr b="1" lang="en"/>
              <a:t>μ</a:t>
            </a:r>
            <a:r>
              <a:rPr lang="en"/>
              <a:t> = </a:t>
            </a:r>
            <a:r>
              <a:rPr lang="en"/>
              <a:t>arithmetic</a:t>
            </a:r>
            <a:r>
              <a:rPr lang="en"/>
              <a:t> mean of all Spot rates on day d</a:t>
            </a:r>
            <a:endParaRPr/>
          </a:p>
          <a:p>
            <a:pPr indent="0" lvl="0" marL="0" rtl="0" algn="l">
              <a:spcBef>
                <a:spcPts val="1000"/>
              </a:spcBef>
              <a:spcAft>
                <a:spcPts val="0"/>
              </a:spcAft>
              <a:buNone/>
            </a:pPr>
            <a:r>
              <a:t/>
            </a:r>
            <a:endParaRPr/>
          </a:p>
          <a:p>
            <a:pPr indent="0" lvl="0" marL="0" rtl="0" algn="l">
              <a:spcBef>
                <a:spcPts val="1000"/>
              </a:spcBef>
              <a:spcAft>
                <a:spcPts val="1000"/>
              </a:spcAft>
              <a:buNone/>
            </a:pPr>
            <a:r>
              <a:rPr lang="en"/>
              <a:t>σ</a:t>
            </a:r>
            <a:r>
              <a:rPr lang="en"/>
              <a:t> = </a:t>
            </a:r>
            <a:r>
              <a:rPr lang="en"/>
              <a:t>uncertainty</a:t>
            </a:r>
            <a:r>
              <a:rPr lang="en"/>
              <a:t> of combined spot rates on day d</a:t>
            </a:r>
            <a:endParaRPr/>
          </a:p>
        </p:txBody>
      </p:sp>
      <p:pic>
        <p:nvPicPr>
          <p:cNvPr id="220" name="Google Shape;220;p40" title="Screenshot 2025-11-13 at 1.34.54 PM.png"/>
          <p:cNvPicPr preferRelativeResize="0"/>
          <p:nvPr/>
        </p:nvPicPr>
        <p:blipFill>
          <a:blip r:embed="rId3">
            <a:alphaModFix/>
          </a:blip>
          <a:stretch>
            <a:fillRect/>
          </a:stretch>
        </p:blipFill>
        <p:spPr>
          <a:xfrm>
            <a:off x="4664300" y="2197025"/>
            <a:ext cx="4201450" cy="522450"/>
          </a:xfrm>
          <a:prstGeom prst="rect">
            <a:avLst/>
          </a:prstGeom>
          <a:noFill/>
          <a:ln>
            <a:noFill/>
          </a:ln>
        </p:spPr>
      </p:pic>
      <p:pic>
        <p:nvPicPr>
          <p:cNvPr id="221" name="Google Shape;221;p40" title="Screenshot 2025-11-13 at 11.40.42 PM.png"/>
          <p:cNvPicPr preferRelativeResize="0"/>
          <p:nvPr/>
        </p:nvPicPr>
        <p:blipFill rotWithShape="1">
          <a:blip r:embed="rId4">
            <a:alphaModFix/>
          </a:blip>
          <a:srcRect b="0" l="29473" r="0" t="12480"/>
          <a:stretch/>
        </p:blipFill>
        <p:spPr>
          <a:xfrm>
            <a:off x="407175" y="3128225"/>
            <a:ext cx="1376051" cy="3571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41"/>
          <p:cNvSpPr txBox="1"/>
          <p:nvPr>
            <p:ph type="title"/>
          </p:nvPr>
        </p:nvSpPr>
        <p:spPr>
          <a:xfrm>
            <a:off x="311700" y="587970"/>
            <a:ext cx="4945500" cy="1137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 </a:t>
            </a:r>
            <a:endParaRPr/>
          </a:p>
        </p:txBody>
      </p:sp>
      <p:sp>
        <p:nvSpPr>
          <p:cNvPr id="227" name="Google Shape;227;p41"/>
          <p:cNvSpPr txBox="1"/>
          <p:nvPr>
            <p:ph idx="1" type="body"/>
          </p:nvPr>
        </p:nvSpPr>
        <p:spPr>
          <a:xfrm>
            <a:off x="311700" y="2138599"/>
            <a:ext cx="3999900" cy="18078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lang="en"/>
              <a:t>USDCNY</a:t>
            </a:r>
            <a:endParaRPr/>
          </a:p>
          <a:p>
            <a:pPr indent="-304800" lvl="0" marL="457200" rtl="0" algn="l">
              <a:spcBef>
                <a:spcPts val="0"/>
              </a:spcBef>
              <a:spcAft>
                <a:spcPts val="0"/>
              </a:spcAft>
              <a:buSzPts val="1200"/>
              <a:buChar char="●"/>
            </a:pPr>
            <a:r>
              <a:rPr lang="en"/>
              <a:t>USDAUD</a:t>
            </a:r>
            <a:endParaRPr/>
          </a:p>
          <a:p>
            <a:pPr indent="-304800" lvl="0" marL="457200" rtl="0" algn="l">
              <a:spcBef>
                <a:spcPts val="0"/>
              </a:spcBef>
              <a:spcAft>
                <a:spcPts val="0"/>
              </a:spcAft>
              <a:buSzPts val="1200"/>
              <a:buChar char="●"/>
            </a:pPr>
            <a:r>
              <a:rPr lang="en"/>
              <a:t>USDCNY</a:t>
            </a:r>
            <a:endParaRPr/>
          </a:p>
          <a:p>
            <a:pPr indent="-304800" lvl="0" marL="457200" rtl="0" algn="l">
              <a:spcBef>
                <a:spcPts val="0"/>
              </a:spcBef>
              <a:spcAft>
                <a:spcPts val="0"/>
              </a:spcAft>
              <a:buSzPts val="1200"/>
              <a:buChar char="●"/>
            </a:pPr>
            <a:r>
              <a:rPr lang="en"/>
              <a:t>USDGBP</a:t>
            </a:r>
            <a:endParaRPr/>
          </a:p>
          <a:p>
            <a:pPr indent="-304800" lvl="0" marL="457200" rtl="0" algn="l">
              <a:spcBef>
                <a:spcPts val="0"/>
              </a:spcBef>
              <a:spcAft>
                <a:spcPts val="0"/>
              </a:spcAft>
              <a:buSzPts val="1200"/>
              <a:buChar char="●"/>
            </a:pPr>
            <a:r>
              <a:rPr lang="en"/>
              <a:t>USDEUR</a:t>
            </a:r>
            <a:endParaRPr/>
          </a:p>
          <a:p>
            <a:pPr indent="-304800" lvl="0" marL="457200" rtl="0" algn="l">
              <a:spcBef>
                <a:spcPts val="0"/>
              </a:spcBef>
              <a:spcAft>
                <a:spcPts val="0"/>
              </a:spcAft>
              <a:buSzPts val="1200"/>
              <a:buChar char="●"/>
            </a:pPr>
            <a:r>
              <a:rPr lang="en"/>
              <a:t>USDCAD</a:t>
            </a:r>
            <a:endParaRPr/>
          </a:p>
          <a:p>
            <a:pPr indent="-304800" lvl="0" marL="457200" rtl="0" algn="l">
              <a:spcBef>
                <a:spcPts val="0"/>
              </a:spcBef>
              <a:spcAft>
                <a:spcPts val="0"/>
              </a:spcAft>
              <a:buSzPts val="1200"/>
              <a:buChar char="●"/>
            </a:pPr>
            <a:r>
              <a:rPr lang="en"/>
              <a:t>USDNZD</a:t>
            </a:r>
            <a:endParaRPr/>
          </a:p>
          <a:p>
            <a:pPr indent="-304800" lvl="0" marL="457200" rtl="0" algn="l">
              <a:spcBef>
                <a:spcPts val="0"/>
              </a:spcBef>
              <a:spcAft>
                <a:spcPts val="0"/>
              </a:spcAft>
              <a:buSzPts val="1200"/>
              <a:buChar char="●"/>
            </a:pPr>
            <a:r>
              <a:rPr lang="en"/>
              <a:t>USDNOK</a:t>
            </a:r>
            <a:endParaRPr/>
          </a:p>
          <a:p>
            <a:pPr indent="-304800" lvl="0" marL="457200" rtl="0" algn="l">
              <a:spcBef>
                <a:spcPts val="0"/>
              </a:spcBef>
              <a:spcAft>
                <a:spcPts val="0"/>
              </a:spcAft>
              <a:buSzPts val="1200"/>
              <a:buChar char="●"/>
            </a:pPr>
            <a:r>
              <a:rPr lang="en"/>
              <a:t>USDSEK</a:t>
            </a:r>
            <a:endParaRPr/>
          </a:p>
        </p:txBody>
      </p:sp>
      <p:sp>
        <p:nvSpPr>
          <p:cNvPr id="228" name="Google Shape;228;p41"/>
          <p:cNvSpPr txBox="1"/>
          <p:nvPr>
            <p:ph idx="2" type="body"/>
          </p:nvPr>
        </p:nvSpPr>
        <p:spPr>
          <a:xfrm>
            <a:off x="4619925" y="2138599"/>
            <a:ext cx="3999900" cy="18078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lang="en"/>
              <a:t>CHF </a:t>
            </a:r>
            <a:endParaRPr/>
          </a:p>
          <a:p>
            <a:pPr indent="-304800" lvl="0" marL="457200" rtl="0" algn="l">
              <a:spcBef>
                <a:spcPts val="0"/>
              </a:spcBef>
              <a:spcAft>
                <a:spcPts val="0"/>
              </a:spcAft>
              <a:buSzPts val="1200"/>
              <a:buChar char="●"/>
            </a:pPr>
            <a:r>
              <a:rPr lang="en"/>
              <a:t>USD</a:t>
            </a:r>
            <a:endParaRPr/>
          </a:p>
          <a:p>
            <a:pPr indent="0" lvl="0" marL="0" rtl="0" algn="l">
              <a:spcBef>
                <a:spcPts val="800"/>
              </a:spcBef>
              <a:spcAft>
                <a:spcPts val="800"/>
              </a:spcAft>
              <a:buNone/>
            </a:pPr>
            <a:r>
              <a:t/>
            </a:r>
            <a:endParaRPr/>
          </a:p>
        </p:txBody>
      </p:sp>
      <p:sp>
        <p:nvSpPr>
          <p:cNvPr id="229" name="Google Shape;229;p41"/>
          <p:cNvSpPr txBox="1"/>
          <p:nvPr>
            <p:ph idx="3" type="subTitle"/>
          </p:nvPr>
        </p:nvSpPr>
        <p:spPr>
          <a:xfrm>
            <a:off x="311700" y="1725270"/>
            <a:ext cx="3999900" cy="4116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FX EXCHANGE RATE</a:t>
            </a:r>
            <a:endParaRPr/>
          </a:p>
        </p:txBody>
      </p:sp>
      <p:sp>
        <p:nvSpPr>
          <p:cNvPr id="230" name="Google Shape;230;p41"/>
          <p:cNvSpPr txBox="1"/>
          <p:nvPr>
            <p:ph idx="4" type="subTitle"/>
          </p:nvPr>
        </p:nvSpPr>
        <p:spPr>
          <a:xfrm>
            <a:off x="4619925" y="1725270"/>
            <a:ext cx="3999900" cy="4116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COFER QUARTERLY RESERVE HOLD</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42"/>
          <p:cNvSpPr txBox="1"/>
          <p:nvPr>
            <p:ph type="title"/>
          </p:nvPr>
        </p:nvSpPr>
        <p:spPr>
          <a:xfrm>
            <a:off x="311700" y="587975"/>
            <a:ext cx="6551100" cy="657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Method</a:t>
            </a:r>
            <a:endParaRPr/>
          </a:p>
        </p:txBody>
      </p:sp>
      <p:sp>
        <p:nvSpPr>
          <p:cNvPr id="236" name="Google Shape;236;p42"/>
          <p:cNvSpPr txBox="1"/>
          <p:nvPr>
            <p:ph idx="1" type="body"/>
          </p:nvPr>
        </p:nvSpPr>
        <p:spPr>
          <a:xfrm>
            <a:off x="311700" y="1448400"/>
            <a:ext cx="6551100" cy="22467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AutoNum type="arabicPeriod"/>
            </a:pPr>
            <a:r>
              <a:rPr lang="en"/>
              <a:t>Compute </a:t>
            </a:r>
            <a:r>
              <a:rPr lang="en"/>
              <a:t>monthly </a:t>
            </a:r>
            <a:r>
              <a:rPr lang="en"/>
              <a:t>AMBt </a:t>
            </a:r>
            <a:endParaRPr/>
          </a:p>
          <a:p>
            <a:pPr indent="-342900" lvl="0" marL="457200" rtl="0" algn="l">
              <a:spcBef>
                <a:spcPts val="0"/>
              </a:spcBef>
              <a:spcAft>
                <a:spcPts val="0"/>
              </a:spcAft>
              <a:buSzPts val="1800"/>
              <a:buAutoNum type="arabicPeriod"/>
            </a:pPr>
            <a:r>
              <a:rPr lang="en"/>
              <a:t>C</a:t>
            </a:r>
            <a:r>
              <a:rPr lang="en"/>
              <a:t>onvert monthly AMBt into </a:t>
            </a:r>
            <a:r>
              <a:rPr lang="en"/>
              <a:t>quarterly</a:t>
            </a:r>
            <a:r>
              <a:rPr lang="en"/>
              <a:t> AMBt</a:t>
            </a:r>
            <a:endParaRPr/>
          </a:p>
          <a:p>
            <a:pPr indent="-342900" lvl="0" marL="457200" rtl="0" algn="l">
              <a:spcBef>
                <a:spcPts val="0"/>
              </a:spcBef>
              <a:spcAft>
                <a:spcPts val="0"/>
              </a:spcAft>
              <a:buSzPts val="1800"/>
              <a:buAutoNum type="arabicPeriod"/>
            </a:pPr>
            <a:r>
              <a:rPr lang="en"/>
              <a:t>Merge with </a:t>
            </a:r>
            <a:r>
              <a:rPr lang="en"/>
              <a:t>quarterly</a:t>
            </a:r>
            <a:r>
              <a:rPr lang="en"/>
              <a:t> FX reserves</a:t>
            </a:r>
            <a:endParaRPr/>
          </a:p>
          <a:p>
            <a:pPr indent="-342900" lvl="0" marL="457200" rtl="0" algn="l">
              <a:spcBef>
                <a:spcPts val="0"/>
              </a:spcBef>
              <a:spcAft>
                <a:spcPts val="0"/>
              </a:spcAft>
              <a:buSzPts val="1800"/>
              <a:buAutoNum type="arabicPeriod"/>
            </a:pPr>
            <a:r>
              <a:rPr lang="en"/>
              <a:t>Visualize the trend over the past ten years</a:t>
            </a:r>
            <a:endParaRPr/>
          </a:p>
          <a:p>
            <a:pPr indent="-342900" lvl="0" marL="457200" rtl="0" algn="l">
              <a:spcBef>
                <a:spcPts val="0"/>
              </a:spcBef>
              <a:spcAft>
                <a:spcPts val="0"/>
              </a:spcAft>
              <a:buSzPts val="1800"/>
              <a:buAutoNum type="arabicPeriod"/>
            </a:pPr>
            <a:r>
              <a:rPr lang="en"/>
              <a:t>FInd correlation between AMBt and Reverse Holding</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43"/>
          <p:cNvSpPr txBox="1"/>
          <p:nvPr>
            <p:ph type="title"/>
          </p:nvPr>
        </p:nvSpPr>
        <p:spPr>
          <a:xfrm>
            <a:off x="311700" y="587975"/>
            <a:ext cx="6551100" cy="657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Results </a:t>
            </a:r>
            <a:endParaRPr/>
          </a:p>
        </p:txBody>
      </p:sp>
      <p:sp>
        <p:nvSpPr>
          <p:cNvPr id="242" name="Google Shape;242;p43"/>
          <p:cNvSpPr txBox="1"/>
          <p:nvPr>
            <p:ph idx="1" type="body"/>
          </p:nvPr>
        </p:nvSpPr>
        <p:spPr>
          <a:xfrm>
            <a:off x="493200" y="1245875"/>
            <a:ext cx="7741800" cy="3342900"/>
          </a:xfrm>
          <a:prstGeom prst="rect">
            <a:avLst/>
          </a:prstGeom>
        </p:spPr>
        <p:txBody>
          <a:bodyPr anchorCtr="0" anchor="t" bIns="91425" lIns="91425" spcFirstLastPara="1" rIns="91425" wrap="square" tIns="91425">
            <a:normAutofit lnSpcReduction="10000"/>
          </a:bodyPr>
          <a:lstStyle/>
          <a:p>
            <a:pPr indent="-304800" lvl="0" marL="457200" rtl="0" algn="l">
              <a:lnSpc>
                <a:spcPct val="100000"/>
              </a:lnSpc>
              <a:spcBef>
                <a:spcPts val="0"/>
              </a:spcBef>
              <a:spcAft>
                <a:spcPts val="0"/>
              </a:spcAft>
              <a:buClr>
                <a:srgbClr val="000000"/>
              </a:buClr>
              <a:buSzPts val="1200"/>
              <a:buFont typeface="Arial"/>
              <a:buChar char="●"/>
            </a:pPr>
            <a:r>
              <a:rPr b="1" lang="en" sz="1200">
                <a:solidFill>
                  <a:srgbClr val="000000"/>
                </a:solidFill>
              </a:rPr>
              <a:t>FX Ambiguity rises sharply during market stress</a:t>
            </a:r>
            <a:r>
              <a:rPr lang="en" sz="1200">
                <a:solidFill>
                  <a:srgbClr val="000000"/>
                </a:solidFill>
              </a:rPr>
              <a:t>, while reserve shares adjust only slowly.</a:t>
            </a:r>
            <a:br>
              <a:rPr lang="en" sz="1200">
                <a:solidFill>
                  <a:srgbClr val="000000"/>
                </a:solidFill>
              </a:rPr>
            </a:br>
            <a:endParaRPr sz="1200">
              <a:solidFill>
                <a:srgbClr val="000000"/>
              </a:solidFill>
            </a:endParaRPr>
          </a:p>
          <a:p>
            <a:pPr indent="-304800" lvl="0" marL="457200" rtl="0" algn="l">
              <a:lnSpc>
                <a:spcPct val="100000"/>
              </a:lnSpc>
              <a:spcBef>
                <a:spcPts val="0"/>
              </a:spcBef>
              <a:spcAft>
                <a:spcPts val="0"/>
              </a:spcAft>
              <a:buClr>
                <a:srgbClr val="000000"/>
              </a:buClr>
              <a:buSzPts val="1200"/>
              <a:buFont typeface="Arial"/>
              <a:buChar char="●"/>
            </a:pPr>
            <a:r>
              <a:rPr b="1" lang="en" sz="1200">
                <a:solidFill>
                  <a:srgbClr val="000000"/>
                </a:solidFill>
              </a:rPr>
              <a:t>Negative contemporaneous correlations</a:t>
            </a:r>
            <a:r>
              <a:rPr lang="en" sz="1200">
                <a:solidFill>
                  <a:srgbClr val="000000"/>
                </a:solidFill>
              </a:rPr>
              <a:t>:</a:t>
            </a:r>
            <a:br>
              <a:rPr lang="en" sz="1200">
                <a:solidFill>
                  <a:srgbClr val="000000"/>
                </a:solidFill>
              </a:rPr>
            </a:br>
            <a:endParaRPr sz="1200">
              <a:solidFill>
                <a:srgbClr val="000000"/>
              </a:solidFill>
            </a:endParaRPr>
          </a:p>
          <a:p>
            <a:pPr indent="-304800" lvl="1" marL="914400" rtl="0" algn="l">
              <a:lnSpc>
                <a:spcPct val="100000"/>
              </a:lnSpc>
              <a:spcBef>
                <a:spcPts val="0"/>
              </a:spcBef>
              <a:spcAft>
                <a:spcPts val="0"/>
              </a:spcAft>
              <a:buClr>
                <a:srgbClr val="000000"/>
              </a:buClr>
              <a:buSzPts val="1200"/>
              <a:buFont typeface="Arial"/>
              <a:buChar char="○"/>
            </a:pPr>
            <a:r>
              <a:rPr lang="en" sz="1200">
                <a:solidFill>
                  <a:srgbClr val="000000"/>
                </a:solidFill>
              </a:rPr>
              <a:t>AMB vs USD share ≈ </a:t>
            </a:r>
            <a:r>
              <a:rPr b="1" lang="en" sz="1200">
                <a:solidFill>
                  <a:srgbClr val="000000"/>
                </a:solidFill>
              </a:rPr>
              <a:t>–0.35</a:t>
            </a:r>
            <a:br>
              <a:rPr b="1" lang="en" sz="1200">
                <a:solidFill>
                  <a:srgbClr val="000000"/>
                </a:solidFill>
              </a:rPr>
            </a:br>
            <a:endParaRPr b="1" sz="1200">
              <a:solidFill>
                <a:srgbClr val="000000"/>
              </a:solidFill>
            </a:endParaRPr>
          </a:p>
          <a:p>
            <a:pPr indent="-304800" lvl="1" marL="914400" rtl="0" algn="l">
              <a:lnSpc>
                <a:spcPct val="100000"/>
              </a:lnSpc>
              <a:spcBef>
                <a:spcPts val="0"/>
              </a:spcBef>
              <a:spcAft>
                <a:spcPts val="0"/>
              </a:spcAft>
              <a:buClr>
                <a:srgbClr val="000000"/>
              </a:buClr>
              <a:buSzPts val="1200"/>
              <a:buFont typeface="Arial"/>
              <a:buChar char="○"/>
            </a:pPr>
            <a:r>
              <a:rPr lang="en" sz="1200">
                <a:solidFill>
                  <a:srgbClr val="000000"/>
                </a:solidFill>
              </a:rPr>
              <a:t>AMB vs CHF share ≈ </a:t>
            </a:r>
            <a:r>
              <a:rPr b="1" lang="en" sz="1200">
                <a:solidFill>
                  <a:srgbClr val="000000"/>
                </a:solidFill>
              </a:rPr>
              <a:t>–0.14</a:t>
            </a:r>
            <a:br>
              <a:rPr b="1" lang="en" sz="1200">
                <a:solidFill>
                  <a:srgbClr val="000000"/>
                </a:solidFill>
              </a:rPr>
            </a:br>
            <a:endParaRPr b="1" sz="1200">
              <a:solidFill>
                <a:srgbClr val="000000"/>
              </a:solidFill>
            </a:endParaRPr>
          </a:p>
          <a:p>
            <a:pPr indent="-304800" lvl="1" marL="914400" rtl="0" algn="l">
              <a:lnSpc>
                <a:spcPct val="100000"/>
              </a:lnSpc>
              <a:spcBef>
                <a:spcPts val="0"/>
              </a:spcBef>
              <a:spcAft>
                <a:spcPts val="0"/>
              </a:spcAft>
              <a:buClr>
                <a:srgbClr val="000000"/>
              </a:buClr>
              <a:buSzPts val="1200"/>
              <a:buFont typeface="Arial"/>
              <a:buChar char="○"/>
            </a:pPr>
            <a:r>
              <a:rPr lang="en" sz="1200">
                <a:solidFill>
                  <a:srgbClr val="000000"/>
                </a:solidFill>
              </a:rPr>
              <a:t>AMB vs (USD+CHF) safe-haven share ≈ </a:t>
            </a:r>
            <a:r>
              <a:rPr b="1" lang="en" sz="1200">
                <a:solidFill>
                  <a:srgbClr val="000000"/>
                </a:solidFill>
              </a:rPr>
              <a:t>–0.36</a:t>
            </a:r>
            <a:br>
              <a:rPr b="1" lang="en" sz="1200">
                <a:solidFill>
                  <a:srgbClr val="000000"/>
                </a:solidFill>
              </a:rPr>
            </a:br>
            <a:endParaRPr b="1" sz="1200">
              <a:solidFill>
                <a:srgbClr val="000000"/>
              </a:solidFill>
            </a:endParaRPr>
          </a:p>
          <a:p>
            <a:pPr indent="-304800" lvl="0" marL="457200" rtl="0" algn="l">
              <a:lnSpc>
                <a:spcPct val="100000"/>
              </a:lnSpc>
              <a:spcBef>
                <a:spcPts val="0"/>
              </a:spcBef>
              <a:spcAft>
                <a:spcPts val="0"/>
              </a:spcAft>
              <a:buClr>
                <a:srgbClr val="000000"/>
              </a:buClr>
              <a:buSzPts val="1200"/>
              <a:buFont typeface="Arial"/>
              <a:buChar char="●"/>
            </a:pPr>
            <a:r>
              <a:rPr b="1" lang="en" sz="1200">
                <a:solidFill>
                  <a:srgbClr val="000000"/>
                </a:solidFill>
              </a:rPr>
              <a:t>Lagged regressions show no significant short-term effect</a:t>
            </a:r>
            <a:r>
              <a:rPr lang="en" sz="1200">
                <a:solidFill>
                  <a:srgbClr val="000000"/>
                </a:solidFill>
              </a:rPr>
              <a:t> — central banks do </a:t>
            </a:r>
            <a:r>
              <a:rPr b="1" lang="en" sz="1200">
                <a:solidFill>
                  <a:srgbClr val="000000"/>
                </a:solidFill>
              </a:rPr>
              <a:t>not</a:t>
            </a:r>
            <a:r>
              <a:rPr lang="en" sz="1200">
                <a:solidFill>
                  <a:srgbClr val="000000"/>
                </a:solidFill>
              </a:rPr>
              <a:t> rebalance reserves immediately after ambiguity spikes.</a:t>
            </a:r>
            <a:br>
              <a:rPr lang="en" sz="1200">
                <a:solidFill>
                  <a:srgbClr val="000000"/>
                </a:solidFill>
              </a:rPr>
            </a:br>
            <a:endParaRPr sz="1200">
              <a:solidFill>
                <a:srgbClr val="000000"/>
              </a:solidFill>
            </a:endParaRPr>
          </a:p>
          <a:p>
            <a:pPr indent="-304800" lvl="0" marL="457200" rtl="0" algn="l">
              <a:lnSpc>
                <a:spcPct val="100000"/>
              </a:lnSpc>
              <a:spcBef>
                <a:spcPts val="0"/>
              </a:spcBef>
              <a:spcAft>
                <a:spcPts val="0"/>
              </a:spcAft>
              <a:buClr>
                <a:srgbClr val="000000"/>
              </a:buClr>
              <a:buSzPts val="1200"/>
              <a:buFont typeface="Arial"/>
              <a:buChar char="●"/>
            </a:pPr>
            <a:r>
              <a:rPr b="1" lang="en" sz="1200">
                <a:solidFill>
                  <a:srgbClr val="000000"/>
                </a:solidFill>
              </a:rPr>
              <a:t>Pattern suggests delayed or nonlinear adjustment</a:t>
            </a:r>
            <a:r>
              <a:rPr lang="en" sz="1200">
                <a:solidFill>
                  <a:srgbClr val="000000"/>
                </a:solidFill>
              </a:rPr>
              <a:t>: policy inertia + multi-quarter allocation cycles.</a:t>
            </a:r>
            <a:br>
              <a:rPr lang="en" sz="1200">
                <a:solidFill>
                  <a:srgbClr val="000000"/>
                </a:solidFill>
              </a:rPr>
            </a:br>
            <a:endParaRPr sz="1200">
              <a:solidFill>
                <a:srgbClr val="000000"/>
              </a:solidFill>
            </a:endParaRPr>
          </a:p>
          <a:p>
            <a:pPr indent="-304800" lvl="0" marL="457200" rtl="0" algn="l">
              <a:lnSpc>
                <a:spcPct val="100000"/>
              </a:lnSpc>
              <a:spcBef>
                <a:spcPts val="0"/>
              </a:spcBef>
              <a:spcAft>
                <a:spcPts val="0"/>
              </a:spcAft>
              <a:buClr>
                <a:srgbClr val="000000"/>
              </a:buClr>
              <a:buSzPts val="1200"/>
              <a:buFont typeface="Arial"/>
              <a:buChar char="●"/>
            </a:pPr>
            <a:r>
              <a:rPr lang="en" sz="1200">
                <a:solidFill>
                  <a:srgbClr val="000000"/>
                </a:solidFill>
              </a:rPr>
              <a:t>Results confirm </a:t>
            </a:r>
            <a:r>
              <a:rPr b="1" lang="en" sz="1200">
                <a:solidFill>
                  <a:srgbClr val="000000"/>
                </a:solidFill>
              </a:rPr>
              <a:t>distinct time scales</a:t>
            </a:r>
            <a:r>
              <a:rPr lang="en" sz="1200">
                <a:solidFill>
                  <a:srgbClr val="000000"/>
                </a:solidFill>
              </a:rPr>
              <a:t> between market uncertainty and official reserve behavior.</a:t>
            </a:r>
            <a:endParaRPr sz="12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44"/>
          <p:cNvSpPr txBox="1"/>
          <p:nvPr>
            <p:ph type="title"/>
          </p:nvPr>
        </p:nvSpPr>
        <p:spPr>
          <a:xfrm>
            <a:off x="311700" y="530680"/>
            <a:ext cx="8424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COFER: Reserve Holding </a:t>
            </a:r>
            <a:r>
              <a:rPr lang="en" sz="2000"/>
              <a:t>(2016Q1 - 2025Q3)</a:t>
            </a:r>
            <a:endParaRPr sz="2000"/>
          </a:p>
        </p:txBody>
      </p:sp>
      <p:sp>
        <p:nvSpPr>
          <p:cNvPr id="248" name="Google Shape;248;p44"/>
          <p:cNvSpPr txBox="1"/>
          <p:nvPr/>
        </p:nvSpPr>
        <p:spPr>
          <a:xfrm>
            <a:off x="552850" y="1480850"/>
            <a:ext cx="3564000" cy="79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333333"/>
                </a:solidFill>
                <a:latin typeface="Montserrat"/>
                <a:ea typeface="Montserrat"/>
                <a:cs typeface="Montserrat"/>
                <a:sym typeface="Montserrat"/>
              </a:rPr>
              <a:t>Use two distinct colors of show USD and CHF holding</a:t>
            </a:r>
            <a:endParaRPr sz="1800">
              <a:solidFill>
                <a:srgbClr val="333333"/>
              </a:solidFill>
              <a:latin typeface="Montserrat"/>
              <a:ea typeface="Montserrat"/>
              <a:cs typeface="Montserrat"/>
              <a:sym typeface="Montserrat"/>
            </a:endParaRPr>
          </a:p>
        </p:txBody>
      </p:sp>
      <p:pic>
        <p:nvPicPr>
          <p:cNvPr id="249" name="Google Shape;249;p44"/>
          <p:cNvPicPr preferRelativeResize="0"/>
          <p:nvPr/>
        </p:nvPicPr>
        <p:blipFill>
          <a:blip r:embed="rId3">
            <a:alphaModFix/>
          </a:blip>
          <a:stretch>
            <a:fillRect/>
          </a:stretch>
        </p:blipFill>
        <p:spPr>
          <a:xfrm>
            <a:off x="4269250" y="1255780"/>
            <a:ext cx="4486156" cy="373532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45"/>
          <p:cNvSpPr txBox="1"/>
          <p:nvPr>
            <p:ph type="title"/>
          </p:nvPr>
        </p:nvSpPr>
        <p:spPr>
          <a:xfrm>
            <a:off x="311700" y="530680"/>
            <a:ext cx="8424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Market </a:t>
            </a:r>
            <a:r>
              <a:rPr lang="en"/>
              <a:t>Ambiguity</a:t>
            </a:r>
            <a:r>
              <a:rPr lang="en"/>
              <a:t> </a:t>
            </a:r>
            <a:endParaRPr/>
          </a:p>
        </p:txBody>
      </p:sp>
      <p:pic>
        <p:nvPicPr>
          <p:cNvPr descr="preencoded.png" id="255" name="Google Shape;255;p45"/>
          <p:cNvPicPr preferRelativeResize="0"/>
          <p:nvPr/>
        </p:nvPicPr>
        <p:blipFill rotWithShape="1">
          <a:blip r:embed="rId3">
            <a:alphaModFix/>
          </a:blip>
          <a:srcRect b="0" l="0" r="0" t="0"/>
          <a:stretch/>
        </p:blipFill>
        <p:spPr>
          <a:xfrm>
            <a:off x="1587224" y="1326698"/>
            <a:ext cx="5969550" cy="35390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46"/>
          <p:cNvSpPr txBox="1"/>
          <p:nvPr>
            <p:ph type="title"/>
          </p:nvPr>
        </p:nvSpPr>
        <p:spPr>
          <a:xfrm>
            <a:off x="311700" y="530680"/>
            <a:ext cx="8424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ScatterPlot</a:t>
            </a:r>
            <a:endParaRPr/>
          </a:p>
        </p:txBody>
      </p:sp>
      <p:pic>
        <p:nvPicPr>
          <p:cNvPr id="261" name="Google Shape;261;p46"/>
          <p:cNvPicPr preferRelativeResize="0"/>
          <p:nvPr/>
        </p:nvPicPr>
        <p:blipFill>
          <a:blip r:embed="rId3">
            <a:alphaModFix/>
          </a:blip>
          <a:stretch>
            <a:fillRect/>
          </a:stretch>
        </p:blipFill>
        <p:spPr>
          <a:xfrm>
            <a:off x="2410175" y="1238700"/>
            <a:ext cx="4631525" cy="364250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47"/>
          <p:cNvSpPr txBox="1"/>
          <p:nvPr>
            <p:ph type="title"/>
          </p:nvPr>
        </p:nvSpPr>
        <p:spPr>
          <a:xfrm>
            <a:off x="311700" y="530680"/>
            <a:ext cx="8424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Conclusion</a:t>
            </a:r>
            <a:endParaRPr/>
          </a:p>
        </p:txBody>
      </p:sp>
      <p:sp>
        <p:nvSpPr>
          <p:cNvPr id="267" name="Google Shape;267;p47"/>
          <p:cNvSpPr txBox="1"/>
          <p:nvPr/>
        </p:nvSpPr>
        <p:spPr>
          <a:xfrm>
            <a:off x="407175" y="1469575"/>
            <a:ext cx="6380100" cy="2661300"/>
          </a:xfrm>
          <a:prstGeom prst="rect">
            <a:avLst/>
          </a:prstGeom>
          <a:noFill/>
          <a:ln>
            <a:noFill/>
          </a:ln>
        </p:spPr>
        <p:txBody>
          <a:bodyPr anchorCtr="0" anchor="t" bIns="91425" lIns="91425" spcFirstLastPara="1" rIns="91425" wrap="square" tIns="91425">
            <a:noAutofit/>
          </a:bodyPr>
          <a:lstStyle/>
          <a:p>
            <a:pPr indent="-311150" lvl="0" marL="457200" rtl="0" algn="l">
              <a:spcBef>
                <a:spcPts val="0"/>
              </a:spcBef>
              <a:spcAft>
                <a:spcPts val="0"/>
              </a:spcAft>
              <a:buClr>
                <a:srgbClr val="333333"/>
              </a:buClr>
              <a:buSzPts val="1300"/>
              <a:buFont typeface="Montserrat"/>
              <a:buChar char="●"/>
            </a:pPr>
            <a:r>
              <a:rPr lang="en" sz="1300">
                <a:solidFill>
                  <a:srgbClr val="333333"/>
                </a:solidFill>
                <a:latin typeface="Montserrat"/>
                <a:ea typeface="Montserrat"/>
                <a:cs typeface="Montserrat"/>
                <a:sym typeface="Montserrat"/>
              </a:rPr>
              <a:t>Contemporaneous correlation is modestly negative (≈ –0.35), indicating that ambiguity spikes do not immediately lead to higher USD/CHF reserve shares. </a:t>
            </a:r>
            <a:endParaRPr sz="1300">
              <a:solidFill>
                <a:srgbClr val="333333"/>
              </a:solidFill>
              <a:latin typeface="Montserrat"/>
              <a:ea typeface="Montserrat"/>
              <a:cs typeface="Montserrat"/>
              <a:sym typeface="Montserrat"/>
            </a:endParaRPr>
          </a:p>
          <a:p>
            <a:pPr indent="-311150" lvl="0" marL="457200" rtl="0" algn="l">
              <a:spcBef>
                <a:spcPts val="0"/>
              </a:spcBef>
              <a:spcAft>
                <a:spcPts val="0"/>
              </a:spcAft>
              <a:buClr>
                <a:srgbClr val="333333"/>
              </a:buClr>
              <a:buSzPts val="1300"/>
              <a:buFont typeface="Montserrat"/>
              <a:buChar char="●"/>
            </a:pPr>
            <a:r>
              <a:rPr lang="en" sz="1300">
                <a:solidFill>
                  <a:srgbClr val="333333"/>
                </a:solidFill>
                <a:latin typeface="Montserrat"/>
                <a:ea typeface="Montserrat"/>
                <a:cs typeface="Montserrat"/>
                <a:sym typeface="Montserrat"/>
              </a:rPr>
              <a:t>USD remains the dominant safe-haven reserve, while CHF reacts mainly during stress episodes, giving it a weaker structural relationship with ambiguity. </a:t>
            </a:r>
            <a:endParaRPr sz="1300">
              <a:solidFill>
                <a:srgbClr val="333333"/>
              </a:solidFill>
              <a:latin typeface="Montserrat"/>
              <a:ea typeface="Montserrat"/>
              <a:cs typeface="Montserrat"/>
              <a:sym typeface="Montserrat"/>
            </a:endParaRPr>
          </a:p>
          <a:p>
            <a:pPr indent="-311150" lvl="0" marL="457200" rtl="0" algn="l">
              <a:spcBef>
                <a:spcPts val="0"/>
              </a:spcBef>
              <a:spcAft>
                <a:spcPts val="0"/>
              </a:spcAft>
              <a:buClr>
                <a:srgbClr val="333333"/>
              </a:buClr>
              <a:buSzPts val="1300"/>
              <a:buFont typeface="Montserrat"/>
              <a:buChar char="●"/>
            </a:pPr>
            <a:r>
              <a:rPr lang="en" sz="1300">
                <a:solidFill>
                  <a:srgbClr val="333333"/>
                </a:solidFill>
                <a:latin typeface="Montserrat"/>
                <a:ea typeface="Montserrat"/>
                <a:cs typeface="Montserrat"/>
                <a:sym typeface="Montserrat"/>
              </a:rPr>
              <a:t>Timing matters — ambiguity shocks do not align with reserve changes, suggesting lagged or persistent ambiguity may drive central-bank decisions. •	The combined dataset (FX + COFER) is consistent and ready for formal lagged regressions with controls (VIX, DXY, rates) to identify causal channels.</a:t>
            </a:r>
            <a:endParaRPr sz="1300">
              <a:solidFill>
                <a:srgbClr val="333333"/>
              </a:solidFill>
              <a:latin typeface="Montserrat"/>
              <a:ea typeface="Montserrat"/>
              <a:cs typeface="Montserrat"/>
              <a:sym typeface="Montserrat"/>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48"/>
          <p:cNvSpPr txBox="1"/>
          <p:nvPr>
            <p:ph type="title"/>
          </p:nvPr>
        </p:nvSpPr>
        <p:spPr>
          <a:xfrm>
            <a:off x="592275" y="522825"/>
            <a:ext cx="8144400" cy="3753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NYU Elegant">
  <a:themeElements>
    <a:clrScheme name="Simple Light">
      <a:dk1>
        <a:srgbClr val="57068C"/>
      </a:dk1>
      <a:lt1>
        <a:srgbClr val="FFFFFF"/>
      </a:lt1>
      <a:dk2>
        <a:srgbClr val="333333"/>
      </a:dk2>
      <a:lt2>
        <a:srgbClr val="E3DFE9"/>
      </a:lt2>
      <a:accent1>
        <a:srgbClr val="9A6ABA"/>
      </a:accent1>
      <a:accent2>
        <a:srgbClr val="330662"/>
      </a:accent2>
      <a:accent3>
        <a:srgbClr val="007E8A"/>
      </a:accent3>
      <a:accent4>
        <a:srgbClr val="E97300"/>
      </a:accent4>
      <a:accent5>
        <a:srgbClr val="799A05"/>
      </a:accent5>
      <a:accent6>
        <a:srgbClr val="C50F3C"/>
      </a:accent6>
      <a:hlink>
        <a:srgbClr val="57068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